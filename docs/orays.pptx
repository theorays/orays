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2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24.xml" ContentType="application/vnd.openxmlformats-officedocument.presentationml.slideMaster+xml"/>
  <Override PartName="/ppt/slideMasters/slideMaster23.xml" ContentType="application/vnd.openxmlformats-officedocument.presentationml.slideMaster+xml"/>
  <Override PartName="/ppt/slideMasters/slideMaster22.xml" ContentType="application/vnd.openxmlformats-officedocument.presentationml.slideMaster+xml"/>
  <Override PartName="/ppt/slideMasters/slideMaster21.xml" ContentType="application/vnd.openxmlformats-officedocument.presentationml.slideMaster+xml"/>
  <Override PartName="/ppt/slideMasters/slideMaster19.xml" ContentType="application/vnd.openxmlformats-officedocument.presentationml.slideMaster+xml"/>
  <Override PartName="/ppt/slideMasters/slideMaster20.xml" ContentType="application/vnd.openxmlformats-officedocument.presentationml.slideMaster+xml"/>
  <Override PartName="/ppt/slideMasters/slideMaster18.xml" ContentType="application/vnd.openxmlformats-officedocument.presentationml.slideMaster+xml"/>
  <Override PartName="/ppt/slideMasters/slideMaster17.xml" ContentType="application/vnd.openxmlformats-officedocument.presentationml.slideMaster+xml"/>
  <Override PartName="/ppt/slideMasters/slideMaster16.xml" ContentType="application/vnd.openxmlformats-officedocument.presentationml.slideMaster+xml"/>
  <Override PartName="/ppt/slideMasters/slideMaster15.xml" ContentType="application/vnd.openxmlformats-officedocument.presentationml.slideMaster+xml"/>
  <Override PartName="/ppt/slideMasters/_rels/slideMaster13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_rels/slideMaster12.xml.rels" ContentType="application/vnd.openxmlformats-package.relationships+xml"/>
  <Override PartName="/ppt/slideMasters/_rels/slideMaster14.xml.rels" ContentType="application/vnd.openxmlformats-package.relationships+xml"/>
  <Override PartName="/ppt/slideMasters/_rels/slideMaster3.xml.rels" ContentType="application/vnd.openxmlformats-package.relationships+xml"/>
  <Override PartName="/ppt/slideMasters/_rels/slideMaster15.xml.rels" ContentType="application/vnd.openxmlformats-package.relationships+xml"/>
  <Override PartName="/ppt/slideMasters/_rels/slideMaster4.xml.rels" ContentType="application/vnd.openxmlformats-package.relationships+xml"/>
  <Override PartName="/ppt/slideMasters/_rels/slideMaster16.xml.rels" ContentType="application/vnd.openxmlformats-package.relationships+xml"/>
  <Override PartName="/ppt/slideMasters/_rels/slideMaster5.xml.rels" ContentType="application/vnd.openxmlformats-package.relationships+xml"/>
  <Override PartName="/ppt/slideMasters/_rels/slideMaster11.xml.rels" ContentType="application/vnd.openxmlformats-package.relationships+xml"/>
  <Override PartName="/ppt/slideMasters/_rels/slideMaster23.xml.rels" ContentType="application/vnd.openxmlformats-package.relationships+xml"/>
  <Override PartName="/ppt/slideMasters/_rels/slideMaster10.xml.rels" ContentType="application/vnd.openxmlformats-package.relationships+xml"/>
  <Override PartName="/ppt/slideMasters/_rels/slideMaster24.xml.rels" ContentType="application/vnd.openxmlformats-package.relationships+xml"/>
  <Override PartName="/ppt/slideMasters/_rels/slideMaster17.xml.rels" ContentType="application/vnd.openxmlformats-package.relationships+xml"/>
  <Override PartName="/ppt/slideMasters/_rels/slideMaster6.xml.rels" ContentType="application/vnd.openxmlformats-package.relationships+xml"/>
  <Override PartName="/ppt/slideMasters/_rels/slideMaster22.xml.rels" ContentType="application/vnd.openxmlformats-package.relationships+xml"/>
  <Override PartName="/ppt/slideMasters/_rels/slideMaster9.xml.rels" ContentType="application/vnd.openxmlformats-package.relationships+xml"/>
  <Override PartName="/ppt/slideMasters/_rels/slideMaster8.xml.rels" ContentType="application/vnd.openxmlformats-package.relationships+xml"/>
  <Override PartName="/ppt/slideMasters/_rels/slideMaster21.xml.rels" ContentType="application/vnd.openxmlformats-package.relationships+xml"/>
  <Override PartName="/ppt/slideMasters/_rels/slideMaster19.xml.rels" ContentType="application/vnd.openxmlformats-package.relationships+xml"/>
  <Override PartName="/ppt/slideMasters/_rels/slideMaster7.xml.rels" ContentType="application/vnd.openxmlformats-package.relationships+xml"/>
  <Override PartName="/ppt/slideMasters/_rels/slideMaster20.xml.rels" ContentType="application/vnd.openxmlformats-package.relationships+xml"/>
  <Override PartName="/ppt/slideMasters/_rels/slideMaster18.xml.rels" ContentType="application/vnd.openxmlformats-package.relationships+xml"/>
  <Override PartName="/ppt/slideMasters/slideMaster14.xml" ContentType="application/vnd.openxmlformats-officedocument.presentationml.slideMaster+xml"/>
  <Override PartName="/ppt/slideMasters/slideMaster1.xml" ContentType="application/vnd.openxmlformats-officedocument.presentationml.slideMaster+xml"/>
  <Override PartName="/ppt/slideMasters/slideMaster13.xml" ContentType="application/vnd.openxmlformats-officedocument.presentationml.slideMaster+xml"/>
  <Override PartName="/ppt/presProps.xml" ContentType="application/vnd.openxmlformats-officedocument.presentationml.presProps+xml"/>
  <Override PartName="/ppt/theme/theme10.xml" ContentType="application/vnd.openxmlformats-officedocument.theme+xml"/>
  <Override PartName="/ppt/theme/theme9.xml" ContentType="application/vnd.openxmlformats-officedocument.theme+xml"/>
  <Override PartName="/ppt/theme/theme8.xml" ContentType="application/vnd.openxmlformats-officedocument.theme+xml"/>
  <Override PartName="/ppt/theme/theme7.xml" ContentType="application/vnd.openxmlformats-officedocument.theme+xml"/>
  <Override PartName="/ppt/theme/theme6.xml" ContentType="application/vnd.openxmlformats-officedocument.theme+xml"/>
  <Override PartName="/ppt/theme/theme5.xml" ContentType="application/vnd.openxmlformats-officedocument.theme+xml"/>
  <Override PartName="/ppt/theme/theme4.xml" ContentType="application/vnd.openxmlformats-officedocument.theme+xml"/>
  <Override PartName="/ppt/theme/theme13.xml" ContentType="application/vnd.openxmlformats-officedocument.theme+xml"/>
  <Override PartName="/ppt/theme/theme3.xml" ContentType="application/vnd.openxmlformats-officedocument.theme+xml"/>
  <Override PartName="/ppt/theme/theme12.xml" ContentType="application/vnd.openxmlformats-officedocument.theme+xml"/>
  <Override PartName="/ppt/theme/theme2.xml" ContentType="application/vnd.openxmlformats-officedocument.theme+xml"/>
  <Override PartName="/ppt/theme/theme11.xml" ContentType="application/vnd.openxmlformats-officedocument.theme+xml"/>
  <Override PartName="/ppt/theme/theme25.xml" ContentType="application/vnd.openxmlformats-officedocument.theme+xml"/>
  <Override PartName="/ppt/theme/theme24.xml" ContentType="application/vnd.openxmlformats-officedocument.theme+xml"/>
  <Override PartName="/ppt/theme/theme23.xml" ContentType="application/vnd.openxmlformats-officedocument.theme+xml"/>
  <Override PartName="/ppt/theme/theme1.xml" ContentType="application/vnd.openxmlformats-officedocument.theme+xml"/>
  <Override PartName="/ppt/theme/theme22.xml" ContentType="application/vnd.openxmlformats-officedocument.theme+xml"/>
  <Override PartName="/ppt/theme/theme21.xml" ContentType="application/vnd.openxmlformats-officedocument.theme+xml"/>
  <Override PartName="/ppt/theme/theme19.xml" ContentType="application/vnd.openxmlformats-officedocument.theme+xml"/>
  <Override PartName="/ppt/theme/theme20.xml" ContentType="application/vnd.openxmlformats-officedocument.theme+xml"/>
  <Override PartName="/ppt/theme/theme18.xml" ContentType="application/vnd.openxmlformats-officedocument.theme+xml"/>
  <Override PartName="/ppt/theme/theme17.xml" ContentType="application/vnd.openxmlformats-officedocument.theme+xml"/>
  <Override PartName="/ppt/theme/theme16.xml" ContentType="application/vnd.openxmlformats-officedocument.theme+xml"/>
  <Override PartName="/ppt/theme/theme15.xml" ContentType="application/vnd.openxmlformats-officedocument.theme+xml"/>
  <Override PartName="/ppt/theme/theme14.xml" ContentType="application/vnd.openxmlformats-officedocument.theme+xml"/>
  <Override PartName="/ppt/slideLayouts/slideLayout9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_rels/slideLayout24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20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2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1.xml.rels" ContentType="application/vnd.openxmlformats-package.relationships+xml"/>
  <Override PartName="/ppt/slideLayouts/slideLayout3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.xml" ContentType="application/vnd.openxmlformats-officedocument.presentationml.slideLayout+xml"/>
  <Override PartName="/ppt/_rels/presentation.xml.rels" ContentType="application/vnd.openxmlformats-package.relationships+xml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media/image14.png" ContentType="image/png"/>
  <Override PartName="/ppt/media/image5.png" ContentType="image/png"/>
  <Override PartName="/ppt/media/image6.png" ContentType="image/png"/>
  <Override PartName="/ppt/media/image10.png" ContentType="image/png"/>
  <Override PartName="/ppt/media/image1.png" ContentType="image/png"/>
  <Override PartName="/ppt/media/image7.png" ContentType="image/png"/>
  <Override PartName="/ppt/media/image11.png" ContentType="image/png"/>
  <Override PartName="/ppt/media/image2.png" ContentType="image/png"/>
  <Override PartName="/ppt/media/image8.png" ContentType="image/png"/>
  <Override PartName="/ppt/media/image12.png" ContentType="image/png"/>
  <Override PartName="/ppt/media/image3.png" ContentType="image/png"/>
  <Override PartName="/ppt/media/image9.png" ContentType="image/png"/>
  <Override PartName="/ppt/media/image13.png" ContentType="image/png"/>
  <Override PartName="/ppt/media/image4.png" ContentType="image/png"/>
  <Override PartName="/ppt/slides/_rels/slide5.xml.rels" ContentType="application/vnd.openxmlformats-package.relationships+xml"/>
  <Override PartName="/ppt/slides/_rels/slide21.xml.rels" ContentType="application/vnd.openxmlformats-package.relationships+xml"/>
  <Override PartName="/ppt/slides/_rels/slide19.xml.rels" ContentType="application/vnd.openxmlformats-package.relationships+xml"/>
  <Override PartName="/ppt/slides/_rels/slide4.xml.rels" ContentType="application/vnd.openxmlformats-package.relationships+xml"/>
  <Override PartName="/ppt/slides/_rels/slide20.xml.rels" ContentType="application/vnd.openxmlformats-package.relationships+xml"/>
  <Override PartName="/ppt/slides/_rels/slide18.xml.rels" ContentType="application/vnd.openxmlformats-package.relationships+xml"/>
  <Override PartName="/ppt/slides/_rels/slide3.xml.rels" ContentType="application/vnd.openxmlformats-package.relationships+xml"/>
  <Override PartName="/ppt/slides/_rels/slide17.xml.rels" ContentType="application/vnd.openxmlformats-package.relationships+xml"/>
  <Override PartName="/ppt/slides/_rels/slide2.xml.rels" ContentType="application/vnd.openxmlformats-package.relationships+xml"/>
  <Override PartName="/ppt/slides/_rels/slide16.xml.rels" ContentType="application/vnd.openxmlformats-package.relationships+xml"/>
  <Override PartName="/ppt/slides/_rels/slide13.xml.rels" ContentType="application/vnd.openxmlformats-package.relationships+xml"/>
  <Override PartName="/ppt/slides/_rels/slide12.xml.rels" ContentType="application/vnd.openxmlformats-package.relationships+xml"/>
  <Override PartName="/ppt/slides/_rels/slide9.xml.rels" ContentType="application/vnd.openxmlformats-package.relationships+xml"/>
  <Override PartName="/ppt/slides/_rels/slide11.xml.rels" ContentType="application/vnd.openxmlformats-package.relationships+xml"/>
  <Override PartName="/ppt/slides/_rels/slide23.xml.rels" ContentType="application/vnd.openxmlformats-package.relationships+xml"/>
  <Override PartName="/ppt/slides/_rels/slide8.xml.rels" ContentType="application/vnd.openxmlformats-package.relationships+xml"/>
  <Override PartName="/ppt/slides/_rels/slide10.xml.rels" ContentType="application/vnd.openxmlformats-package.relationships+xml"/>
  <Override PartName="/ppt/slides/_rels/slide22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14.xml.rels" ContentType="application/vnd.openxmlformats-package.relationships+xml"/>
  <Override PartName="/ppt/slides/_rels/slide15.xml.rels" ContentType="application/vnd.openxmlformats-package.relationships+xml"/>
  <Override PartName="/ppt/slides/_rels/slide1.xml.rels" ContentType="application/vnd.openxmlformats-package.relationships+xml"/>
  <Override PartName="/ppt/slides/slide13.xml" ContentType="application/vnd.openxmlformats-officedocument.presentationml.slide+xml"/>
  <Override PartName="/ppt/slides/slide12.xml" ContentType="application/vnd.openxmlformats-officedocument.presentationml.slide+xml"/>
  <Override PartName="/ppt/slides/slide9.xml" ContentType="application/vnd.openxmlformats-officedocument.presentationml.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7.xml" ContentType="application/vnd.openxmlformats-officedocument.presentationml.slide+xml"/>
  <Override PartName="/ppt/slides/slide23.xml" ContentType="application/vnd.openxmlformats-officedocument.presentationml.slide+xml"/>
  <Override PartName="/ppt/slides/slide6.xml" ContentType="application/vnd.openxmlformats-officedocument.presentationml.slide+xml"/>
  <Override PartName="/ppt/slides/slide22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17.xml" ContentType="application/vnd.openxmlformats-officedocument.presentationml.slide+xml"/>
  <Override PartName="/ppt/slides/slide3.xml" ContentType="application/vnd.openxmlformats-officedocument.presentationml.slide+xml"/>
  <Override PartName="/ppt/slides/slide18.xml" ContentType="application/vnd.openxmlformats-officedocument.presentationml.slide+xml"/>
  <Override PartName="/ppt/slides/slide20.xml" ContentType="application/vnd.openxmlformats-officedocument.presentationml.slide+xml"/>
  <Override PartName="/ppt/slides/slide4.xml" ContentType="application/vnd.openxmlformats-officedocument.presentationml.slide+xml"/>
  <Override PartName="/ppt/slides/slide19.xml" ContentType="application/vnd.openxmlformats-officedocument.presentationml.slide+xml"/>
  <Override PartName="/ppt/slides/slide5.xml" ContentType="application/vnd.openxmlformats-officedocument.presentationml.slide+xml"/>
  <Override PartName="/ppt/slides/slide21.xml" ContentType="application/vnd.openxmlformats-officedocument.presentationml.slide+xml"/>
  <Override PartName="/ppt/notesSlides/_rels/notesSlide9.xml.rels" ContentType="application/vnd.openxmlformats-package.relationships+xml"/>
  <Override PartName="/ppt/notesSlides/notesSlide9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  <p:sldMasterId id="2147483652" r:id="rId4"/>
    <p:sldMasterId id="2147483654" r:id="rId5"/>
    <p:sldMasterId id="2147483656" r:id="rId6"/>
    <p:sldMasterId id="2147483658" r:id="rId7"/>
    <p:sldMasterId id="2147483660" r:id="rId8"/>
    <p:sldMasterId id="2147483662" r:id="rId9"/>
    <p:sldMasterId id="2147483664" r:id="rId10"/>
    <p:sldMasterId id="2147483666" r:id="rId11"/>
    <p:sldMasterId id="2147483668" r:id="rId12"/>
    <p:sldMasterId id="2147483670" r:id="rId13"/>
    <p:sldMasterId id="2147483672" r:id="rId14"/>
    <p:sldMasterId id="2147483674" r:id="rId15"/>
    <p:sldMasterId id="2147483676" r:id="rId16"/>
    <p:sldMasterId id="2147483678" r:id="rId17"/>
    <p:sldMasterId id="2147483680" r:id="rId18"/>
    <p:sldMasterId id="2147483682" r:id="rId19"/>
    <p:sldMasterId id="2147483684" r:id="rId20"/>
    <p:sldMasterId id="2147483686" r:id="rId21"/>
    <p:sldMasterId id="2147483688" r:id="rId22"/>
    <p:sldMasterId id="2147483690" r:id="rId23"/>
    <p:sldMasterId id="2147483692" r:id="rId24"/>
    <p:sldMasterId id="2147483694" r:id="rId25"/>
  </p:sldMasterIdLst>
  <p:notesMasterIdLst>
    <p:notesMasterId r:id="rId26"/>
  </p:notesMasterIdLst>
  <p:sldIdLst>
    <p:sldId id="256" r:id="rId27"/>
    <p:sldId id="257" r:id="rId28"/>
    <p:sldId id="258" r:id="rId29"/>
    <p:sldId id="259" r:id="rId30"/>
    <p:sldId id="260" r:id="rId31"/>
    <p:sldId id="261" r:id="rId32"/>
    <p:sldId id="262" r:id="rId33"/>
    <p:sldId id="263" r:id="rId34"/>
    <p:sldId id="264" r:id="rId35"/>
    <p:sldId id="265" r:id="rId36"/>
    <p:sldId id="266" r:id="rId37"/>
    <p:sldId id="267" r:id="rId38"/>
    <p:sldId id="268" r:id="rId39"/>
    <p:sldId id="269" r:id="rId40"/>
    <p:sldId id="270" r:id="rId41"/>
    <p:sldId id="271" r:id="rId42"/>
    <p:sldId id="272" r:id="rId43"/>
    <p:sldId id="273" r:id="rId44"/>
    <p:sldId id="274" r:id="rId45"/>
    <p:sldId id="275" r:id="rId46"/>
    <p:sldId id="276" r:id="rId47"/>
    <p:sldId id="277" r:id="rId48"/>
    <p:sldId id="278" r:id="rId49"/>
  </p:sldIdLst>
  <p:sldSz cx="12192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slideMaster" Target="slideMasters/slideMaster6.xml"/><Relationship Id="rId8" Type="http://schemas.openxmlformats.org/officeDocument/2006/relationships/slideMaster" Target="slideMasters/slideMaster7.xml"/><Relationship Id="rId9" Type="http://schemas.openxmlformats.org/officeDocument/2006/relationships/slideMaster" Target="slideMasters/slideMaster8.xml"/><Relationship Id="rId10" Type="http://schemas.openxmlformats.org/officeDocument/2006/relationships/slideMaster" Target="slideMasters/slideMaster9.xml"/><Relationship Id="rId11" Type="http://schemas.openxmlformats.org/officeDocument/2006/relationships/slideMaster" Target="slideMasters/slideMaster10.xml"/><Relationship Id="rId12" Type="http://schemas.openxmlformats.org/officeDocument/2006/relationships/slideMaster" Target="slideMasters/slideMaster11.xml"/><Relationship Id="rId13" Type="http://schemas.openxmlformats.org/officeDocument/2006/relationships/slideMaster" Target="slideMasters/slideMaster12.xml"/><Relationship Id="rId14" Type="http://schemas.openxmlformats.org/officeDocument/2006/relationships/slideMaster" Target="slideMasters/slideMaster13.xml"/><Relationship Id="rId15" Type="http://schemas.openxmlformats.org/officeDocument/2006/relationships/slideMaster" Target="slideMasters/slideMaster14.xml"/><Relationship Id="rId16" Type="http://schemas.openxmlformats.org/officeDocument/2006/relationships/slideMaster" Target="slideMasters/slideMaster15.xml"/><Relationship Id="rId17" Type="http://schemas.openxmlformats.org/officeDocument/2006/relationships/slideMaster" Target="slideMasters/slideMaster16.xml"/><Relationship Id="rId18" Type="http://schemas.openxmlformats.org/officeDocument/2006/relationships/slideMaster" Target="slideMasters/slideMaster17.xml"/><Relationship Id="rId19" Type="http://schemas.openxmlformats.org/officeDocument/2006/relationships/slideMaster" Target="slideMasters/slideMaster18.xml"/><Relationship Id="rId20" Type="http://schemas.openxmlformats.org/officeDocument/2006/relationships/slideMaster" Target="slideMasters/slideMaster19.xml"/><Relationship Id="rId21" Type="http://schemas.openxmlformats.org/officeDocument/2006/relationships/slideMaster" Target="slideMasters/slideMaster20.xml"/><Relationship Id="rId22" Type="http://schemas.openxmlformats.org/officeDocument/2006/relationships/slideMaster" Target="slideMasters/slideMaster21.xml"/><Relationship Id="rId23" Type="http://schemas.openxmlformats.org/officeDocument/2006/relationships/slideMaster" Target="slideMasters/slideMaster22.xml"/><Relationship Id="rId24" Type="http://schemas.openxmlformats.org/officeDocument/2006/relationships/slideMaster" Target="slideMasters/slideMaster23.xml"/><Relationship Id="rId25" Type="http://schemas.openxmlformats.org/officeDocument/2006/relationships/slideMaster" Target="slideMasters/slideMaster24.xml"/><Relationship Id="rId26" Type="http://schemas.openxmlformats.org/officeDocument/2006/relationships/notesMaster" Target="notesMasters/notesMaster1.xml"/><Relationship Id="rId27" Type="http://schemas.openxmlformats.org/officeDocument/2006/relationships/slide" Target="slides/slide1.xml"/><Relationship Id="rId28" Type="http://schemas.openxmlformats.org/officeDocument/2006/relationships/slide" Target="slides/slide2.xml"/><Relationship Id="rId29" Type="http://schemas.openxmlformats.org/officeDocument/2006/relationships/slide" Target="slides/slide3.xml"/><Relationship Id="rId30" Type="http://schemas.openxmlformats.org/officeDocument/2006/relationships/slide" Target="slides/slide4.xml"/><Relationship Id="rId31" Type="http://schemas.openxmlformats.org/officeDocument/2006/relationships/slide" Target="slides/slide5.xml"/><Relationship Id="rId32" Type="http://schemas.openxmlformats.org/officeDocument/2006/relationships/slide" Target="slides/slide6.xml"/><Relationship Id="rId33" Type="http://schemas.openxmlformats.org/officeDocument/2006/relationships/slide" Target="slides/slide7.xml"/><Relationship Id="rId34" Type="http://schemas.openxmlformats.org/officeDocument/2006/relationships/slide" Target="slides/slide8.xml"/><Relationship Id="rId35" Type="http://schemas.openxmlformats.org/officeDocument/2006/relationships/slide" Target="slides/slide9.xml"/><Relationship Id="rId36" Type="http://schemas.openxmlformats.org/officeDocument/2006/relationships/slide" Target="slides/slide10.xml"/><Relationship Id="rId37" Type="http://schemas.openxmlformats.org/officeDocument/2006/relationships/slide" Target="slides/slide11.xml"/><Relationship Id="rId38" Type="http://schemas.openxmlformats.org/officeDocument/2006/relationships/slide" Target="slides/slide12.xml"/><Relationship Id="rId39" Type="http://schemas.openxmlformats.org/officeDocument/2006/relationships/slide" Target="slides/slide13.xml"/><Relationship Id="rId40" Type="http://schemas.openxmlformats.org/officeDocument/2006/relationships/slide" Target="slides/slide14.xml"/><Relationship Id="rId41" Type="http://schemas.openxmlformats.org/officeDocument/2006/relationships/slide" Target="slides/slide15.xml"/><Relationship Id="rId42" Type="http://schemas.openxmlformats.org/officeDocument/2006/relationships/slide" Target="slides/slide16.xml"/><Relationship Id="rId43" Type="http://schemas.openxmlformats.org/officeDocument/2006/relationships/slide" Target="slides/slide17.xml"/><Relationship Id="rId44" Type="http://schemas.openxmlformats.org/officeDocument/2006/relationships/slide" Target="slides/slide18.xml"/><Relationship Id="rId45" Type="http://schemas.openxmlformats.org/officeDocument/2006/relationships/slide" Target="slides/slide19.xml"/><Relationship Id="rId46" Type="http://schemas.openxmlformats.org/officeDocument/2006/relationships/slide" Target="slides/slide20.xml"/><Relationship Id="rId47" Type="http://schemas.openxmlformats.org/officeDocument/2006/relationships/slide" Target="slides/slide21.xml"/><Relationship Id="rId48" Type="http://schemas.openxmlformats.org/officeDocument/2006/relationships/slide" Target="slides/slide22.xml"/><Relationship Id="rId49" Type="http://schemas.openxmlformats.org/officeDocument/2006/relationships/slide" Target="slides/slide23.xml"/><Relationship Id="rId50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5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PlaceHolder 1"/>
          <p:cNvSpPr>
            <a:spLocks noGrp="1"/>
          </p:cNvSpPr>
          <p:nvPr>
            <p:ph type="sldImg"/>
          </p:nvPr>
        </p:nvSpPr>
        <p:spPr>
          <a:xfrm>
            <a:off x="0" y="81252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r>
              <a:rPr b="0" lang="zh-CN" sz="4400" spc="-1" strike="noStrike">
                <a:solidFill>
                  <a:srgbClr val="000000"/>
                </a:solidFill>
                <a:latin typeface="Arial"/>
              </a:rPr>
              <a:t>单击以移动幻灯片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5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点击编辑备注格式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6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&lt;页眉&gt;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7" name="PlaceHolder 4"/>
          <p:cNvSpPr>
            <a:spLocks noGrp="1"/>
          </p:cNvSpPr>
          <p:nvPr>
            <p:ph type="dt" idx="67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&lt;日期/时间&gt;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8" name="PlaceHolder 5"/>
          <p:cNvSpPr>
            <a:spLocks noGrp="1"/>
          </p:cNvSpPr>
          <p:nvPr>
            <p:ph type="ftr" idx="68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&lt;页脚&gt;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9" name="PlaceHolder 6"/>
          <p:cNvSpPr>
            <a:spLocks noGrp="1"/>
          </p:cNvSpPr>
          <p:nvPr>
            <p:ph type="sldNum" idx="69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fld id="{963930F9-8F92-47FA-BC27-4D95BEC236D1}" type="slidenum"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&lt;编号&gt;</a:t>
            </a:fld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240" cy="3084120"/>
          </a:xfrm>
          <a:prstGeom prst="rect">
            <a:avLst/>
          </a:prstGeom>
          <a:ln w="0">
            <a:noFill/>
          </a:ln>
        </p:spPr>
      </p:sp>
      <p:sp>
        <p:nvSpPr>
          <p:cNvPr id="39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240" cy="3598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3" name="PlaceHolder 3"/>
          <p:cNvSpPr>
            <a:spLocks noGrp="1"/>
          </p:cNvSpPr>
          <p:nvPr>
            <p:ph type="sldNum" idx="70"/>
          </p:nvPr>
        </p:nvSpPr>
        <p:spPr>
          <a:xfrm>
            <a:off x="3884760" y="8685360"/>
            <a:ext cx="2969640" cy="456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>
              <a:buNone/>
            </a:pP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2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4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5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6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7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8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9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0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1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3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4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A6DA8103-8467-47EA-9E63-537BB0F2EAE4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zh-CN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7B037A4A-52E3-4C8F-A832-58A5446D9849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zh-CN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59D5933D-EF8D-410E-8050-AFAE7A2A8267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9"/>
          </p:nvPr>
        </p:nvSpPr>
        <p:spPr/>
        <p:txBody>
          <a:bodyPr/>
          <a:p>
            <a:r>
              <a:rPr lang="zh-CN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11"/>
          </p:nvPr>
        </p:nvSpPr>
        <p:spPr/>
        <p:txBody>
          <a:bodyPr/>
          <a:p>
            <a:fld id="{413341A4-F633-494A-9C55-AB6261247DAB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2"/>
          </p:nvPr>
        </p:nvSpPr>
        <p:spPr/>
        <p:txBody>
          <a:bodyPr/>
          <a:p>
            <a:r>
              <a:rPr lang="zh-CN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4"/>
          </p:nvPr>
        </p:nvSpPr>
        <p:spPr/>
        <p:txBody>
          <a:bodyPr/>
          <a:p>
            <a:fld id="{36F4F942-2036-4C75-B956-BAA37B6CA1E1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5"/>
          </p:nvPr>
        </p:nvSpPr>
        <p:spPr/>
        <p:txBody>
          <a:bodyPr/>
          <a:p>
            <a:r>
              <a:rPr lang="zh-CN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6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17"/>
          </p:nvPr>
        </p:nvSpPr>
        <p:spPr/>
        <p:txBody>
          <a:bodyPr/>
          <a:p>
            <a:fld id="{17916C35-0173-48F1-8EDE-55FCD3EF766C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8"/>
          </p:nvPr>
        </p:nvSpPr>
        <p:spPr/>
        <p:txBody>
          <a:bodyPr/>
          <a:p>
            <a:r>
              <a:rPr lang="zh-CN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9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0"/>
          </p:nvPr>
        </p:nvSpPr>
        <p:spPr/>
        <p:txBody>
          <a:bodyPr/>
          <a:p>
            <a:fld id="{20E93542-D306-4B1F-AC26-D2386EF04AEE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1"/>
          </p:nvPr>
        </p:nvSpPr>
        <p:spPr/>
        <p:txBody>
          <a:bodyPr/>
          <a:p>
            <a:r>
              <a:rPr lang="zh-CN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3"/>
          </p:nvPr>
        </p:nvSpPr>
        <p:spPr/>
        <p:txBody>
          <a:bodyPr/>
          <a:p>
            <a:fld id="{4A6121AC-0A19-4AC7-9F8F-173A65412EA8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4"/>
          </p:nvPr>
        </p:nvSpPr>
        <p:spPr/>
        <p:txBody>
          <a:bodyPr/>
          <a:p>
            <a:r>
              <a:rPr lang="zh-CN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6"/>
          </p:nvPr>
        </p:nvSpPr>
        <p:spPr/>
        <p:txBody>
          <a:bodyPr/>
          <a:p>
            <a:fld id="{039AE424-652C-4A5A-BAD3-BCFAD5D2C4DA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7"/>
          </p:nvPr>
        </p:nvSpPr>
        <p:spPr/>
        <p:txBody>
          <a:bodyPr/>
          <a:p>
            <a:r>
              <a:rPr lang="zh-CN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默认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9"/>
          </p:nvPr>
        </p:nvSpPr>
        <p:spPr/>
        <p:txBody>
          <a:bodyPr/>
          <a:p>
            <a:fld id="{64C272C9-E09F-451F-94EF-45C00DACC3D8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30"/>
          </p:nvPr>
        </p:nvSpPr>
        <p:spPr/>
        <p:txBody>
          <a:bodyPr/>
          <a:p>
            <a:r>
              <a:rPr lang="zh-CN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默认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3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2"/>
          </p:nvPr>
        </p:nvSpPr>
        <p:spPr/>
        <p:txBody>
          <a:bodyPr/>
          <a:p>
            <a:fld id="{C41018B9-9E6F-439C-A5BD-ACD4DA0DEAAD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33"/>
          </p:nvPr>
        </p:nvSpPr>
        <p:spPr/>
        <p:txBody>
          <a:bodyPr/>
          <a:p>
            <a:r>
              <a:rPr lang="zh-CN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默认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3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5"/>
          </p:nvPr>
        </p:nvSpPr>
        <p:spPr/>
        <p:txBody>
          <a:bodyPr/>
          <a:p>
            <a:fld id="{E3688423-9354-4074-BD5D-D1CA1BD612B4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36"/>
          </p:nvPr>
        </p:nvSpPr>
        <p:spPr/>
        <p:txBody>
          <a:bodyPr/>
          <a:p>
            <a:r>
              <a:rPr lang="zh-CN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默认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3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8"/>
          </p:nvPr>
        </p:nvSpPr>
        <p:spPr/>
        <p:txBody>
          <a:bodyPr/>
          <a:p>
            <a:fld id="{BF4DD08E-68C6-4CFA-A3D0-B50357615692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39"/>
          </p:nvPr>
        </p:nvSpPr>
        <p:spPr/>
        <p:txBody>
          <a:bodyPr/>
          <a:p>
            <a:r>
              <a:rPr lang="zh-CN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默认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4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41"/>
          </p:nvPr>
        </p:nvSpPr>
        <p:spPr/>
        <p:txBody>
          <a:bodyPr/>
          <a:p>
            <a:fld id="{8C0B59D1-C416-4114-89FC-DEDA33771F7A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2"/>
          </p:nvPr>
        </p:nvSpPr>
        <p:spPr/>
        <p:txBody>
          <a:bodyPr/>
          <a:p>
            <a:r>
              <a:rPr lang="zh-CN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默认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0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1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4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44"/>
          </p:nvPr>
        </p:nvSpPr>
        <p:spPr/>
        <p:txBody>
          <a:bodyPr/>
          <a:p>
            <a:fld id="{2184936C-D959-40E4-A799-8D09E92C0ADD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5"/>
          </p:nvPr>
        </p:nvSpPr>
        <p:spPr/>
        <p:txBody>
          <a:bodyPr/>
          <a:p>
            <a:r>
              <a:rPr lang="zh-CN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默认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46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47"/>
          </p:nvPr>
        </p:nvSpPr>
        <p:spPr/>
        <p:txBody>
          <a:bodyPr/>
          <a:p>
            <a:fld id="{ADC4765A-F5D2-4C5C-A932-F045B626627B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8"/>
          </p:nvPr>
        </p:nvSpPr>
        <p:spPr/>
        <p:txBody>
          <a:bodyPr/>
          <a:p>
            <a:r>
              <a:rPr lang="zh-CN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默认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49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50"/>
          </p:nvPr>
        </p:nvSpPr>
        <p:spPr/>
        <p:txBody>
          <a:bodyPr/>
          <a:p>
            <a:fld id="{44135C80-F875-4FEB-8662-CD7F426A1D62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51"/>
          </p:nvPr>
        </p:nvSpPr>
        <p:spPr/>
        <p:txBody>
          <a:bodyPr/>
          <a:p>
            <a:r>
              <a:rPr lang="zh-CN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默认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53"/>
          </p:nvPr>
        </p:nvSpPr>
        <p:spPr/>
        <p:txBody>
          <a:bodyPr/>
          <a:p>
            <a:fld id="{5F63F2BE-04B3-4B94-8235-38653BC6D095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54"/>
          </p:nvPr>
        </p:nvSpPr>
        <p:spPr/>
        <p:txBody>
          <a:bodyPr/>
          <a:p>
            <a:r>
              <a:rPr lang="zh-CN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默认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56"/>
          </p:nvPr>
        </p:nvSpPr>
        <p:spPr/>
        <p:txBody>
          <a:bodyPr/>
          <a:p>
            <a:fld id="{3F1E975F-FFE0-4510-A7A8-DD606B4995FD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57"/>
          </p:nvPr>
        </p:nvSpPr>
        <p:spPr/>
        <p:txBody>
          <a:bodyPr/>
          <a:p>
            <a:r>
              <a:rPr lang="zh-CN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默认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59"/>
          </p:nvPr>
        </p:nvSpPr>
        <p:spPr/>
        <p:txBody>
          <a:bodyPr/>
          <a:p>
            <a:fld id="{59CB43F9-FC86-4AE8-B104-8B13F8C4311D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60"/>
          </p:nvPr>
        </p:nvSpPr>
        <p:spPr/>
        <p:txBody>
          <a:bodyPr/>
          <a:p>
            <a:r>
              <a:rPr lang="zh-CN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默认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6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2"/>
          </p:nvPr>
        </p:nvSpPr>
        <p:spPr/>
        <p:txBody>
          <a:bodyPr/>
          <a:p>
            <a:fld id="{8A31770E-0AF2-4584-8589-28CEEF6182F7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63"/>
          </p:nvPr>
        </p:nvSpPr>
        <p:spPr/>
        <p:txBody>
          <a:bodyPr/>
          <a:p>
            <a:r>
              <a:rPr lang="zh-CN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6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5"/>
          </p:nvPr>
        </p:nvSpPr>
        <p:spPr/>
        <p:txBody>
          <a:bodyPr/>
          <a:p>
            <a:fld id="{1DED714F-376D-4909-8034-EA4F4326CB12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66"/>
          </p:nvPr>
        </p:nvSpPr>
        <p:spPr/>
        <p:txBody>
          <a:bodyPr/>
          <a:p>
            <a:r>
              <a:rPr lang="zh-CN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_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2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3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slideLayout" Target="../slideLayouts/slideLayout4.xml"/>
</Relationships>
</file>

<file path=ppt/slideMasters/_rels/slideMaster5.xml.rels><?xml version="1.0" encoding="UTF-8"?>
<Relationships xmlns="http://schemas.openxmlformats.org/package/2006/relationships"><Relationship Id="rId1" Type="http://schemas.openxmlformats.org/officeDocument/2006/relationships/theme" Target="../theme/theme5.xml"/><Relationship Id="rId2" Type="http://schemas.openxmlformats.org/officeDocument/2006/relationships/slideLayout" Target="../slideLayouts/slideLayout5.xml"/>
</Relationships>
</file>

<file path=ppt/slideMasters/_rels/slideMaster6.xml.rels><?xml version="1.0" encoding="UTF-8"?>
<Relationships xmlns="http://schemas.openxmlformats.org/package/2006/relationships"><Relationship Id="rId1" Type="http://schemas.openxmlformats.org/officeDocument/2006/relationships/theme" Target="../theme/theme6.xml"/><Relationship Id="rId2" Type="http://schemas.openxmlformats.org/officeDocument/2006/relationships/slideLayout" Target="../slideLayouts/slideLayout6.xml"/>
</Relationships>
</file>

<file path=ppt/slideMasters/_rels/slideMaster7.xml.rels><?xml version="1.0" encoding="UTF-8"?>
<Relationships xmlns="http://schemas.openxmlformats.org/package/2006/relationships"><Relationship Id="rId1" Type="http://schemas.openxmlformats.org/officeDocument/2006/relationships/theme" Target="../theme/theme7.xml"/><Relationship Id="rId2" Type="http://schemas.openxmlformats.org/officeDocument/2006/relationships/slideLayout" Target="../slideLayouts/slideLayout7.xml"/>
</Relationships>
</file>

<file path=ppt/slideMasters/_rels/slideMaster8.xml.rels><?xml version="1.0" encoding="UTF-8"?>
<Relationships xmlns="http://schemas.openxmlformats.org/package/2006/relationships"><Relationship Id="rId1" Type="http://schemas.openxmlformats.org/officeDocument/2006/relationships/theme" Target="../theme/theme8.xml"/><Relationship Id="rId2" Type="http://schemas.openxmlformats.org/officeDocument/2006/relationships/slideLayout" Target="../slideLayouts/slideLayout8.xml"/>
</Relationships>
</file>

<file path=ppt/slideMasters/_rels/slideMaster9.xml.rels><?xml version="1.0" encoding="UTF-8"?>
<Relationships xmlns="http://schemas.openxmlformats.org/package/2006/relationships"><Relationship Id="rId1" Type="http://schemas.openxmlformats.org/officeDocument/2006/relationships/theme" Target="../theme/theme9.xml"/><Relationship Id="rId2" Type="http://schemas.openxmlformats.org/officeDocument/2006/relationships/slideLayout" Target="../slideLayouts/slideLayout9.xml"/>
</Relationships>
</file>

<file path=ppt/slideMasters/_rels/slideMaster10.xml.rels><?xml version="1.0" encoding="UTF-8"?>
<Relationships xmlns="http://schemas.openxmlformats.org/package/2006/relationships"><Relationship Id="rId1" Type="http://schemas.openxmlformats.org/officeDocument/2006/relationships/theme" Target="../theme/theme10.xml"/><Relationship Id="rId2" Type="http://schemas.openxmlformats.org/officeDocument/2006/relationships/slideLayout" Target="../slideLayouts/slideLayout10.xml"/>
</Relationships>
</file>

<file path=ppt/slideMasters/_rels/slideMaster11.xml.rels><?xml version="1.0" encoding="UTF-8"?>
<Relationships xmlns="http://schemas.openxmlformats.org/package/2006/relationships"><Relationship Id="rId1" Type="http://schemas.openxmlformats.org/officeDocument/2006/relationships/theme" Target="../theme/theme11.xml"/><Relationship Id="rId2" Type="http://schemas.openxmlformats.org/officeDocument/2006/relationships/slideLayout" Target="../slideLayouts/slideLayout11.xml"/>
</Relationships>
</file>

<file path=ppt/slideMasters/_rels/slideMaster12.xml.rels><?xml version="1.0" encoding="UTF-8"?>
<Relationships xmlns="http://schemas.openxmlformats.org/package/2006/relationships"><Relationship Id="rId1" Type="http://schemas.openxmlformats.org/officeDocument/2006/relationships/theme" Target="../theme/theme12.xml"/><Relationship Id="rId2" Type="http://schemas.openxmlformats.org/officeDocument/2006/relationships/slideLayout" Target="../slideLayouts/slideLayout12.xml"/>
</Relationships>
</file>

<file path=ppt/slideMasters/_rels/slideMaster13.xml.rels><?xml version="1.0" encoding="UTF-8"?>
<Relationships xmlns="http://schemas.openxmlformats.org/package/2006/relationships"><Relationship Id="rId1" Type="http://schemas.openxmlformats.org/officeDocument/2006/relationships/theme" Target="../theme/theme13.xml"/><Relationship Id="rId2" Type="http://schemas.openxmlformats.org/officeDocument/2006/relationships/slideLayout" Target="../slideLayouts/slideLayout13.xml"/>
</Relationships>
</file>

<file path=ppt/slideMasters/_rels/slideMaster14.xml.rels><?xml version="1.0" encoding="UTF-8"?>
<Relationships xmlns="http://schemas.openxmlformats.org/package/2006/relationships"><Relationship Id="rId1" Type="http://schemas.openxmlformats.org/officeDocument/2006/relationships/theme" Target="../theme/theme14.xml"/><Relationship Id="rId2" Type="http://schemas.openxmlformats.org/officeDocument/2006/relationships/slideLayout" Target="../slideLayouts/slideLayout14.xml"/>
</Relationships>
</file>

<file path=ppt/slideMasters/_rels/slideMaster15.xml.rels><?xml version="1.0" encoding="UTF-8"?>
<Relationships xmlns="http://schemas.openxmlformats.org/package/2006/relationships"><Relationship Id="rId1" Type="http://schemas.openxmlformats.org/officeDocument/2006/relationships/theme" Target="../theme/theme15.xml"/><Relationship Id="rId2" Type="http://schemas.openxmlformats.org/officeDocument/2006/relationships/slideLayout" Target="../slideLayouts/slideLayout15.xml"/>
</Relationships>
</file>

<file path=ppt/slideMasters/_rels/slideMaster16.xml.rels><?xml version="1.0" encoding="UTF-8"?>
<Relationships xmlns="http://schemas.openxmlformats.org/package/2006/relationships"><Relationship Id="rId1" Type="http://schemas.openxmlformats.org/officeDocument/2006/relationships/theme" Target="../theme/theme16.xml"/><Relationship Id="rId2" Type="http://schemas.openxmlformats.org/officeDocument/2006/relationships/slideLayout" Target="../slideLayouts/slideLayout16.xml"/>
</Relationships>
</file>

<file path=ppt/slideMasters/_rels/slideMaster17.xml.rels><?xml version="1.0" encoding="UTF-8"?>
<Relationships xmlns="http://schemas.openxmlformats.org/package/2006/relationships"><Relationship Id="rId1" Type="http://schemas.openxmlformats.org/officeDocument/2006/relationships/theme" Target="../theme/theme17.xml"/><Relationship Id="rId2" Type="http://schemas.openxmlformats.org/officeDocument/2006/relationships/slideLayout" Target="../slideLayouts/slideLayout17.xml"/>
</Relationships>
</file>

<file path=ppt/slideMasters/_rels/slideMaster18.xml.rels><?xml version="1.0" encoding="UTF-8"?>
<Relationships xmlns="http://schemas.openxmlformats.org/package/2006/relationships"><Relationship Id="rId1" Type="http://schemas.openxmlformats.org/officeDocument/2006/relationships/theme" Target="../theme/theme18.xml"/><Relationship Id="rId2" Type="http://schemas.openxmlformats.org/officeDocument/2006/relationships/slideLayout" Target="../slideLayouts/slideLayout18.xml"/>
</Relationships>
</file>

<file path=ppt/slideMasters/_rels/slideMaster19.xml.rels><?xml version="1.0" encoding="UTF-8"?>
<Relationships xmlns="http://schemas.openxmlformats.org/package/2006/relationships"><Relationship Id="rId1" Type="http://schemas.openxmlformats.org/officeDocument/2006/relationships/theme" Target="../theme/theme19.xml"/><Relationship Id="rId2" Type="http://schemas.openxmlformats.org/officeDocument/2006/relationships/slideLayout" Target="../slideLayouts/slideLayout19.xml"/>
</Relationships>
</file>

<file path=ppt/slideMasters/_rels/slideMaster20.xml.rels><?xml version="1.0" encoding="UTF-8"?>
<Relationships xmlns="http://schemas.openxmlformats.org/package/2006/relationships"><Relationship Id="rId1" Type="http://schemas.openxmlformats.org/officeDocument/2006/relationships/theme" Target="../theme/theme20.xml"/><Relationship Id="rId2" Type="http://schemas.openxmlformats.org/officeDocument/2006/relationships/slideLayout" Target="../slideLayouts/slideLayout20.xml"/>
</Relationships>
</file>

<file path=ppt/slideMasters/_rels/slideMaster21.xml.rels><?xml version="1.0" encoding="UTF-8"?>
<Relationships xmlns="http://schemas.openxmlformats.org/package/2006/relationships"><Relationship Id="rId1" Type="http://schemas.openxmlformats.org/officeDocument/2006/relationships/theme" Target="../theme/theme21.xml"/><Relationship Id="rId2" Type="http://schemas.openxmlformats.org/officeDocument/2006/relationships/slideLayout" Target="../slideLayouts/slideLayout21.xml"/>
</Relationships>
</file>

<file path=ppt/slideMasters/_rels/slideMaster22.xml.rels><?xml version="1.0" encoding="UTF-8"?>
<Relationships xmlns="http://schemas.openxmlformats.org/package/2006/relationships"><Relationship Id="rId1" Type="http://schemas.openxmlformats.org/officeDocument/2006/relationships/theme" Target="../theme/theme22.xml"/><Relationship Id="rId2" Type="http://schemas.openxmlformats.org/officeDocument/2006/relationships/slideLayout" Target="../slideLayouts/slideLayout22.xml"/>
</Relationships>
</file>

<file path=ppt/slideMasters/_rels/slideMaster23.xml.rels><?xml version="1.0" encoding="UTF-8"?>
<Relationships xmlns="http://schemas.openxmlformats.org/package/2006/relationships"><Relationship Id="rId1" Type="http://schemas.openxmlformats.org/officeDocument/2006/relationships/theme" Target="../theme/theme23.xml"/><Relationship Id="rId2" Type="http://schemas.openxmlformats.org/officeDocument/2006/relationships/slideLayout" Target="../slideLayouts/slideLayout23.xml"/>
</Relationships>
</file>

<file path=ppt/slideMasters/_rels/slideMaster24.xml.rels><?xml version="1.0" encoding="UTF-8"?>
<Relationships xmlns="http://schemas.openxmlformats.org/package/2006/relationships"><Relationship Id="rId1" Type="http://schemas.openxmlformats.org/officeDocument/2006/relationships/theme" Target="../theme/theme24.xml"/><Relationship Id="rId2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zh-CN" sz="4400" spc="-1" strike="noStrike">
                <a:solidFill>
                  <a:srgbClr val="000000"/>
                </a:solidFill>
                <a:latin typeface="Arial"/>
              </a:rPr>
              <a:t>单</a:t>
            </a:r>
            <a:r>
              <a:rPr b="0" lang="zh-CN" sz="4400" spc="-1" strike="noStrike">
                <a:solidFill>
                  <a:srgbClr val="000000"/>
                </a:solidFill>
                <a:latin typeface="Arial"/>
              </a:rPr>
              <a:t>击</a:t>
            </a:r>
            <a:r>
              <a:rPr b="0" lang="zh-CN" sz="4400" spc="-1" strike="noStrike">
                <a:solidFill>
                  <a:srgbClr val="000000"/>
                </a:solidFill>
                <a:latin typeface="Arial"/>
              </a:rPr>
              <a:t>以</a:t>
            </a:r>
            <a:r>
              <a:rPr b="0" lang="zh-CN" sz="4400" spc="-1" strike="noStrike">
                <a:solidFill>
                  <a:srgbClr val="000000"/>
                </a:solidFill>
                <a:latin typeface="Arial"/>
              </a:rPr>
              <a:t>编</a:t>
            </a:r>
            <a:r>
              <a:rPr b="0" lang="zh-CN" sz="4400" spc="-1" strike="noStrike">
                <a:solidFill>
                  <a:srgbClr val="000000"/>
                </a:solidFill>
                <a:latin typeface="Arial"/>
              </a:rPr>
              <a:t>辑</a:t>
            </a:r>
            <a:r>
              <a:rPr b="0" lang="zh-CN" sz="4400" spc="-1" strike="noStrike">
                <a:solidFill>
                  <a:srgbClr val="000000"/>
                </a:solidFill>
                <a:latin typeface="Arial"/>
              </a:rPr>
              <a:t>标</a:t>
            </a:r>
            <a:r>
              <a:rPr b="0" lang="zh-CN" sz="4400" spc="-1" strike="noStrike">
                <a:solidFill>
                  <a:srgbClr val="000000"/>
                </a:solidFill>
                <a:latin typeface="Arial"/>
              </a:rPr>
              <a:t>题</a:t>
            </a:r>
            <a:r>
              <a:rPr b="0" lang="zh-CN" sz="4400" spc="-1" strike="noStrike">
                <a:solidFill>
                  <a:srgbClr val="000000"/>
                </a:solidFill>
                <a:latin typeface="Arial"/>
              </a:rPr>
              <a:t>文</a:t>
            </a:r>
            <a:r>
              <a:rPr b="0" lang="zh-CN" sz="4400" spc="-1" strike="noStrike">
                <a:solidFill>
                  <a:srgbClr val="000000"/>
                </a:solidFill>
                <a:latin typeface="Arial"/>
              </a:rPr>
              <a:t>本</a:t>
            </a:r>
            <a:r>
              <a:rPr b="0" lang="zh-CN" sz="4400" spc="-1" strike="noStrike">
                <a:solidFill>
                  <a:srgbClr val="000000"/>
                </a:solidFill>
                <a:latin typeface="Arial"/>
              </a:rPr>
              <a:t>格</a:t>
            </a:r>
            <a:r>
              <a:rPr b="0" lang="zh-CN" sz="4400" spc="-1" strike="noStrike">
                <a:solidFill>
                  <a:srgbClr val="000000"/>
                </a:solidFill>
                <a:latin typeface="Arial"/>
              </a:rPr>
              <a:t>式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3200" spc="-1" strike="noStrike">
                <a:solidFill>
                  <a:srgbClr val="000000"/>
                </a:solidFill>
                <a:latin typeface="Arial"/>
              </a:rPr>
              <a:t>点击以编辑提纲文本格式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zh-CN" sz="2800" spc="-1" strike="noStrike">
                <a:solidFill>
                  <a:srgbClr val="000000"/>
                </a:solidFill>
                <a:latin typeface="Arial"/>
              </a:rPr>
              <a:t>第二提纲级别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2400" spc="-1" strike="noStrike">
                <a:solidFill>
                  <a:srgbClr val="000000"/>
                </a:solidFill>
                <a:latin typeface="Arial"/>
              </a:rPr>
              <a:t>第三提纲级别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第四提纲级别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第五提纲级别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第六提纲级别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第七提纲级别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"/>
          </p:nvPr>
        </p:nvSpPr>
        <p:spPr>
          <a:xfrm>
            <a:off x="4038480" y="6356520"/>
            <a:ext cx="4112640" cy="362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&lt;页脚&gt;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2"/>
          </p:nvPr>
        </p:nvSpPr>
        <p:spPr>
          <a:xfrm>
            <a:off x="8610480" y="6356520"/>
            <a:ext cx="2741040" cy="362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fld id="{66C6A4E1-5029-44BD-98A9-0588713BF5EF}" type="slidenum"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&lt;编号&gt;</a:t>
            </a:fld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dt" idx="3"/>
          </p:nvPr>
        </p:nvSpPr>
        <p:spPr>
          <a:xfrm>
            <a:off x="838080" y="6356520"/>
            <a:ext cx="2741040" cy="362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&lt;日期/时间&gt;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1" r:id="rId2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zh-CN" sz="1800" spc="-1" strike="noStrike">
                <a:solidFill>
                  <a:srgbClr val="000000"/>
                </a:solidFill>
                <a:latin typeface="Arial"/>
              </a:rPr>
              <a:t>单</a:t>
            </a:r>
            <a:r>
              <a:rPr b="0" lang="zh-CN" sz="1800" spc="-1" strike="noStrike">
                <a:solidFill>
                  <a:srgbClr val="000000"/>
                </a:solidFill>
                <a:latin typeface="Arial"/>
              </a:rPr>
              <a:t>击</a:t>
            </a:r>
            <a:r>
              <a:rPr b="0" lang="zh-CN" sz="1800" spc="-1" strike="noStrike">
                <a:solidFill>
                  <a:srgbClr val="000000"/>
                </a:solidFill>
                <a:latin typeface="Arial"/>
              </a:rPr>
              <a:t>以</a:t>
            </a:r>
            <a:r>
              <a:rPr b="0" lang="zh-CN" sz="1800" spc="-1" strike="noStrike">
                <a:solidFill>
                  <a:srgbClr val="000000"/>
                </a:solidFill>
                <a:latin typeface="Arial"/>
              </a:rPr>
              <a:t>编</a:t>
            </a:r>
            <a:r>
              <a:rPr b="0" lang="zh-CN" sz="1800" spc="-1" strike="noStrike">
                <a:solidFill>
                  <a:srgbClr val="000000"/>
                </a:solidFill>
                <a:latin typeface="Arial"/>
              </a:rPr>
              <a:t>辑</a:t>
            </a:r>
            <a:r>
              <a:rPr b="0" lang="zh-CN" sz="1800" spc="-1" strike="noStrike">
                <a:solidFill>
                  <a:srgbClr val="000000"/>
                </a:solidFill>
                <a:latin typeface="Arial"/>
              </a:rPr>
              <a:t>标</a:t>
            </a:r>
            <a:r>
              <a:rPr b="0" lang="zh-CN" sz="1800" spc="-1" strike="noStrike">
                <a:solidFill>
                  <a:srgbClr val="000000"/>
                </a:solidFill>
                <a:latin typeface="Arial"/>
              </a:rPr>
              <a:t>题</a:t>
            </a:r>
            <a:r>
              <a:rPr b="0" lang="zh-CN" sz="1800" spc="-1" strike="noStrike">
                <a:solidFill>
                  <a:srgbClr val="000000"/>
                </a:solidFill>
                <a:latin typeface="Arial"/>
              </a:rPr>
              <a:t>文</a:t>
            </a:r>
            <a:r>
              <a:rPr b="0" lang="zh-CN" sz="1800" spc="-1" strike="noStrike">
                <a:solidFill>
                  <a:srgbClr val="000000"/>
                </a:solidFill>
                <a:latin typeface="Arial"/>
              </a:rPr>
              <a:t>本</a:t>
            </a:r>
            <a:r>
              <a:rPr b="0" lang="zh-CN" sz="1800" spc="-1" strike="noStrike">
                <a:solidFill>
                  <a:srgbClr val="000000"/>
                </a:solidFill>
                <a:latin typeface="Arial"/>
              </a:rPr>
              <a:t>格</a:t>
            </a:r>
            <a:r>
              <a:rPr b="0" lang="zh-CN" sz="1800" spc="-1" strike="noStrike">
                <a:solidFill>
                  <a:srgbClr val="000000"/>
                </a:solidFill>
                <a:latin typeface="Arial"/>
              </a:rPr>
              <a:t>式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1800" spc="-1" strike="noStrike">
                <a:solidFill>
                  <a:srgbClr val="000000"/>
                </a:solidFill>
                <a:latin typeface="Arial"/>
              </a:rPr>
              <a:t>点击以编辑提纲文本格式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zh-CN" sz="1800" spc="-1" strike="noStrike">
                <a:solidFill>
                  <a:srgbClr val="000000"/>
                </a:solidFill>
                <a:latin typeface="Arial"/>
              </a:rPr>
              <a:t>第二提纲级别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1800" spc="-1" strike="noStrike">
                <a:solidFill>
                  <a:srgbClr val="000000"/>
                </a:solidFill>
                <a:latin typeface="Arial"/>
              </a:rPr>
              <a:t>第三提纲级别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zh-CN" sz="1800" spc="-1" strike="noStrike">
                <a:solidFill>
                  <a:srgbClr val="000000"/>
                </a:solidFill>
                <a:latin typeface="Arial"/>
              </a:rPr>
              <a:t>第四提纲级别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1800" spc="-1" strike="noStrike">
                <a:solidFill>
                  <a:srgbClr val="000000"/>
                </a:solidFill>
                <a:latin typeface="Arial"/>
              </a:rPr>
              <a:t>第五提纲级别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1800" spc="-1" strike="noStrike">
                <a:solidFill>
                  <a:srgbClr val="000000"/>
                </a:solidFill>
                <a:latin typeface="Arial"/>
              </a:rPr>
              <a:t>第六提纲级别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1800" spc="-1" strike="noStrike">
                <a:solidFill>
                  <a:srgbClr val="000000"/>
                </a:solidFill>
                <a:latin typeface="Arial"/>
              </a:rPr>
              <a:t>第七提纲级别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" name="PlaceHolder 3"/>
          <p:cNvSpPr>
            <a:spLocks noGrp="1"/>
          </p:cNvSpPr>
          <p:nvPr>
            <p:ph type="ftr" idx="4"/>
          </p:nvPr>
        </p:nvSpPr>
        <p:spPr>
          <a:xfrm>
            <a:off x="4038480" y="6356520"/>
            <a:ext cx="4112640" cy="362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&lt;页脚&gt;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" name="PlaceHolder 4"/>
          <p:cNvSpPr>
            <a:spLocks noGrp="1"/>
          </p:cNvSpPr>
          <p:nvPr>
            <p:ph type="sldNum" idx="5"/>
          </p:nvPr>
        </p:nvSpPr>
        <p:spPr>
          <a:xfrm>
            <a:off x="8610480" y="6356520"/>
            <a:ext cx="2741040" cy="362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fld id="{C31CCE0D-F172-4FB6-9933-2C8E74CE6D77}" type="slidenum"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&lt;编号&gt;</a:t>
            </a:fld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" name="PlaceHolder 5"/>
          <p:cNvSpPr>
            <a:spLocks noGrp="1"/>
          </p:cNvSpPr>
          <p:nvPr>
            <p:ph type="dt" idx="6"/>
          </p:nvPr>
        </p:nvSpPr>
        <p:spPr>
          <a:xfrm>
            <a:off x="838080" y="6356520"/>
            <a:ext cx="2741040" cy="362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&lt;日期/时间&gt;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3" r:id="rId2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ftr" idx="7"/>
          </p:nvPr>
        </p:nvSpPr>
        <p:spPr>
          <a:xfrm>
            <a:off x="4038480" y="6356520"/>
            <a:ext cx="4112640" cy="362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&lt;页脚&gt;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 type="sldNum" idx="8"/>
          </p:nvPr>
        </p:nvSpPr>
        <p:spPr>
          <a:xfrm>
            <a:off x="8610480" y="6356520"/>
            <a:ext cx="2741040" cy="362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fld id="{38BE5360-69B8-481D-B4AB-528F063A25FD}" type="slidenum"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&lt;编号&gt;</a:t>
            </a:fld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" name="PlaceHolder 3"/>
          <p:cNvSpPr>
            <a:spLocks noGrp="1"/>
          </p:cNvSpPr>
          <p:nvPr>
            <p:ph type="dt" idx="9"/>
          </p:nvPr>
        </p:nvSpPr>
        <p:spPr>
          <a:xfrm>
            <a:off x="838080" y="6356520"/>
            <a:ext cx="2741040" cy="362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&lt;日期/时间&gt;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5" r:id="rId2"/>
  </p:sldLayoutIdLst>
</p:sldMaster>
</file>

<file path=ppt/slideMasters/slideMaster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zh-CN" sz="1800" spc="-1" strike="noStrike">
                <a:solidFill>
                  <a:srgbClr val="000000"/>
                </a:solidFill>
                <a:latin typeface="Arial"/>
              </a:rPr>
              <a:t>单击以编辑标题文本格式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392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1800" spc="-1" strike="noStrike">
                <a:solidFill>
                  <a:srgbClr val="000000"/>
                </a:solidFill>
                <a:latin typeface="Arial"/>
              </a:rPr>
              <a:t>点击以编辑提纲文本格式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zh-CN" sz="1800" spc="-1" strike="noStrike">
                <a:solidFill>
                  <a:srgbClr val="000000"/>
                </a:solidFill>
                <a:latin typeface="Arial"/>
              </a:rPr>
              <a:t>第二提纲级别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1800" spc="-1" strike="noStrike">
                <a:solidFill>
                  <a:srgbClr val="000000"/>
                </a:solidFill>
                <a:latin typeface="Arial"/>
              </a:rPr>
              <a:t>第三提纲级别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zh-CN" sz="1800" spc="-1" strike="noStrike">
                <a:solidFill>
                  <a:srgbClr val="000000"/>
                </a:solidFill>
                <a:latin typeface="Arial"/>
              </a:rPr>
              <a:t>第四提纲级别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1800" spc="-1" strike="noStrike">
                <a:solidFill>
                  <a:srgbClr val="000000"/>
                </a:solidFill>
                <a:latin typeface="Arial"/>
              </a:rPr>
              <a:t>第五提纲级别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1800" spc="-1" strike="noStrike">
                <a:solidFill>
                  <a:srgbClr val="000000"/>
                </a:solidFill>
                <a:latin typeface="Arial"/>
              </a:rPr>
              <a:t>第六提纲级别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1800" spc="-1" strike="noStrike">
                <a:solidFill>
                  <a:srgbClr val="000000"/>
                </a:solidFill>
                <a:latin typeface="Arial"/>
              </a:rPr>
              <a:t>第七提纲级别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392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1800" spc="-1" strike="noStrike">
                <a:solidFill>
                  <a:srgbClr val="000000"/>
                </a:solidFill>
                <a:latin typeface="Arial"/>
              </a:rPr>
              <a:t>点击以编辑提纲文本格式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zh-CN" sz="1800" spc="-1" strike="noStrike">
                <a:solidFill>
                  <a:srgbClr val="000000"/>
                </a:solidFill>
                <a:latin typeface="Arial"/>
              </a:rPr>
              <a:t>第二提纲级别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1800" spc="-1" strike="noStrike">
                <a:solidFill>
                  <a:srgbClr val="000000"/>
                </a:solidFill>
                <a:latin typeface="Arial"/>
              </a:rPr>
              <a:t>第三提纲级别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zh-CN" sz="1800" spc="-1" strike="noStrike">
                <a:solidFill>
                  <a:srgbClr val="000000"/>
                </a:solidFill>
                <a:latin typeface="Arial"/>
              </a:rPr>
              <a:t>第四提纲级别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1800" spc="-1" strike="noStrike">
                <a:solidFill>
                  <a:srgbClr val="000000"/>
                </a:solidFill>
                <a:latin typeface="Arial"/>
              </a:rPr>
              <a:t>第五提纲级别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1800" spc="-1" strike="noStrike">
                <a:solidFill>
                  <a:srgbClr val="000000"/>
                </a:solidFill>
                <a:latin typeface="Arial"/>
              </a:rPr>
              <a:t>第六提纲级别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1800" spc="-1" strike="noStrike">
                <a:solidFill>
                  <a:srgbClr val="000000"/>
                </a:solidFill>
                <a:latin typeface="Arial"/>
              </a:rPr>
              <a:t>第七提纲级别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" name="PlaceHolder 4"/>
          <p:cNvSpPr>
            <a:spLocks noGrp="1"/>
          </p:cNvSpPr>
          <p:nvPr>
            <p:ph type="ftr" idx="10"/>
          </p:nvPr>
        </p:nvSpPr>
        <p:spPr>
          <a:xfrm>
            <a:off x="4038480" y="6356520"/>
            <a:ext cx="4112640" cy="362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&lt;页脚&gt;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9" name="PlaceHolder 5"/>
          <p:cNvSpPr>
            <a:spLocks noGrp="1"/>
          </p:cNvSpPr>
          <p:nvPr>
            <p:ph type="sldNum" idx="11"/>
          </p:nvPr>
        </p:nvSpPr>
        <p:spPr>
          <a:xfrm>
            <a:off x="8610480" y="6356520"/>
            <a:ext cx="2741040" cy="362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fld id="{28F7DFD9-7485-4221-BB4C-781195D31C14}" type="slidenum"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&lt;编号&gt;</a:t>
            </a:fld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0" name="PlaceHolder 6"/>
          <p:cNvSpPr>
            <a:spLocks noGrp="1"/>
          </p:cNvSpPr>
          <p:nvPr>
            <p:ph type="dt" idx="12"/>
          </p:nvPr>
        </p:nvSpPr>
        <p:spPr>
          <a:xfrm>
            <a:off x="838080" y="6356520"/>
            <a:ext cx="2741040" cy="362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&lt;日期/时间&gt;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7" r:id="rId2"/>
  </p:sldLayoutIdLst>
</p:sldMaster>
</file>

<file path=ppt/slideMasters/slideMaster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PlaceHolder 1"/>
          <p:cNvSpPr>
            <a:spLocks noGrp="1"/>
          </p:cNvSpPr>
          <p:nvPr>
            <p:ph type="ftr" idx="13"/>
          </p:nvPr>
        </p:nvSpPr>
        <p:spPr>
          <a:xfrm>
            <a:off x="4038480" y="6356520"/>
            <a:ext cx="4112640" cy="362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&lt;页脚&gt;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5" name="PlaceHolder 2"/>
          <p:cNvSpPr>
            <a:spLocks noGrp="1"/>
          </p:cNvSpPr>
          <p:nvPr>
            <p:ph type="sldNum" idx="14"/>
          </p:nvPr>
        </p:nvSpPr>
        <p:spPr>
          <a:xfrm>
            <a:off x="8610480" y="6356520"/>
            <a:ext cx="2741040" cy="362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fld id="{A9D117BD-7D39-4AE8-80DA-C63800036AA2}" type="slidenum"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&lt;编号&gt;</a:t>
            </a:fld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6" name="PlaceHolder 3"/>
          <p:cNvSpPr>
            <a:spLocks noGrp="1"/>
          </p:cNvSpPr>
          <p:nvPr>
            <p:ph type="dt" idx="15"/>
          </p:nvPr>
        </p:nvSpPr>
        <p:spPr>
          <a:xfrm>
            <a:off x="838080" y="6356520"/>
            <a:ext cx="2741040" cy="362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&lt;日期/时间&gt;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9" r:id="rId2"/>
  </p:sldLayoutIdLst>
</p:sldMaster>
</file>

<file path=ppt/slideMasters/slideMaster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zh-CN" sz="1800" spc="-1" strike="noStrike">
                <a:solidFill>
                  <a:srgbClr val="000000"/>
                </a:solidFill>
                <a:latin typeface="Arial"/>
              </a:rPr>
              <a:t>单击以编辑标题文本格式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 type="ftr" idx="16"/>
          </p:nvPr>
        </p:nvSpPr>
        <p:spPr>
          <a:xfrm>
            <a:off x="4038480" y="6356520"/>
            <a:ext cx="4112640" cy="362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&lt;页脚&gt;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 type="sldNum" idx="17"/>
          </p:nvPr>
        </p:nvSpPr>
        <p:spPr>
          <a:xfrm>
            <a:off x="8610480" y="6356520"/>
            <a:ext cx="2741040" cy="362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fld id="{DA36266A-EE1F-4795-A718-0400D718404E}" type="slidenum"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&lt;编号&gt;</a:t>
            </a:fld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 type="dt" idx="18"/>
          </p:nvPr>
        </p:nvSpPr>
        <p:spPr>
          <a:xfrm>
            <a:off x="838080" y="6356520"/>
            <a:ext cx="2741040" cy="362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&lt;日期/时间&gt;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1" r:id="rId2"/>
  </p:sldLayoutIdLst>
</p:sldMaster>
</file>

<file path=ppt/slideMasters/slideMaster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PlaceHolder 1"/>
          <p:cNvSpPr>
            <a:spLocks noGrp="1"/>
          </p:cNvSpPr>
          <p:nvPr>
            <p:ph type="ftr" idx="19"/>
          </p:nvPr>
        </p:nvSpPr>
        <p:spPr>
          <a:xfrm>
            <a:off x="4038480" y="6356520"/>
            <a:ext cx="4112640" cy="362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&lt;页脚&gt;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3" name="PlaceHolder 2"/>
          <p:cNvSpPr>
            <a:spLocks noGrp="1"/>
          </p:cNvSpPr>
          <p:nvPr>
            <p:ph type="sldNum" idx="20"/>
          </p:nvPr>
        </p:nvSpPr>
        <p:spPr>
          <a:xfrm>
            <a:off x="8610480" y="6356520"/>
            <a:ext cx="2741040" cy="362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fld id="{B6AE6486-2772-47FC-9080-A1A6E9EF3C48}" type="slidenum"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&lt;编号&gt;</a:t>
            </a:fld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4" name="PlaceHolder 3"/>
          <p:cNvSpPr>
            <a:spLocks noGrp="1"/>
          </p:cNvSpPr>
          <p:nvPr>
            <p:ph type="dt" idx="21"/>
          </p:nvPr>
        </p:nvSpPr>
        <p:spPr>
          <a:xfrm>
            <a:off x="838080" y="6356520"/>
            <a:ext cx="2741040" cy="362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&lt;日期/时间&gt;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3" r:id="rId2"/>
  </p:sldLayoutIdLst>
</p:sldMaster>
</file>

<file path=ppt/slideMasters/slideMaster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PlaceHolder 1"/>
          <p:cNvSpPr>
            <a:spLocks noGrp="1"/>
          </p:cNvSpPr>
          <p:nvPr>
            <p:ph type="ftr" idx="22"/>
          </p:nvPr>
        </p:nvSpPr>
        <p:spPr>
          <a:xfrm>
            <a:off x="4038480" y="6356520"/>
            <a:ext cx="4112640" cy="362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&lt;页脚&gt;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6" name="PlaceHolder 2"/>
          <p:cNvSpPr>
            <a:spLocks noGrp="1"/>
          </p:cNvSpPr>
          <p:nvPr>
            <p:ph type="sldNum" idx="23"/>
          </p:nvPr>
        </p:nvSpPr>
        <p:spPr>
          <a:xfrm>
            <a:off x="8610480" y="6356520"/>
            <a:ext cx="2741040" cy="362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fld id="{8CA4DF7B-4CBF-49F8-9F53-5FDAE86DCEF9}" type="slidenum"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&lt;编号&gt;</a:t>
            </a:fld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7" name="PlaceHolder 3"/>
          <p:cNvSpPr>
            <a:spLocks noGrp="1"/>
          </p:cNvSpPr>
          <p:nvPr>
            <p:ph type="dt" idx="24"/>
          </p:nvPr>
        </p:nvSpPr>
        <p:spPr>
          <a:xfrm>
            <a:off x="838080" y="6356520"/>
            <a:ext cx="2741040" cy="362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&lt;日期/时间&gt;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5" r:id="rId2"/>
  </p:sldLayoutIdLst>
</p:sldMaster>
</file>

<file path=ppt/slideMasters/slideMaster1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laceHolder 1"/>
          <p:cNvSpPr>
            <a:spLocks noGrp="1"/>
          </p:cNvSpPr>
          <p:nvPr>
            <p:ph type="ftr" idx="25"/>
          </p:nvPr>
        </p:nvSpPr>
        <p:spPr>
          <a:xfrm>
            <a:off x="4038480" y="6356520"/>
            <a:ext cx="4112640" cy="362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&lt;页脚&gt;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9" name="PlaceHolder 2"/>
          <p:cNvSpPr>
            <a:spLocks noGrp="1"/>
          </p:cNvSpPr>
          <p:nvPr>
            <p:ph type="sldNum" idx="26"/>
          </p:nvPr>
        </p:nvSpPr>
        <p:spPr>
          <a:xfrm>
            <a:off x="8610480" y="6356520"/>
            <a:ext cx="2741040" cy="362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fld id="{A83CFD02-F321-443C-9B22-BFB19376AE5D}" type="slidenum"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&lt;编号&gt;</a:t>
            </a:fld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0" name="PlaceHolder 3"/>
          <p:cNvSpPr>
            <a:spLocks noGrp="1"/>
          </p:cNvSpPr>
          <p:nvPr>
            <p:ph type="dt" idx="27"/>
          </p:nvPr>
        </p:nvSpPr>
        <p:spPr>
          <a:xfrm>
            <a:off x="838080" y="6356520"/>
            <a:ext cx="2741040" cy="362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&lt;日期/时间&gt;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7" r:id="rId2"/>
  </p:sldLayoutIdLst>
</p:sldMaster>
</file>

<file path=ppt/slideMasters/slideMaster1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zh-CN" sz="1800" spc="-1" strike="noStrike">
                <a:solidFill>
                  <a:srgbClr val="000000"/>
                </a:solidFill>
                <a:latin typeface="Arial"/>
              </a:rPr>
              <a:t>单击以编辑标题文本格式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 type="ftr" idx="28"/>
          </p:nvPr>
        </p:nvSpPr>
        <p:spPr>
          <a:xfrm>
            <a:off x="4038480" y="6356520"/>
            <a:ext cx="4112640" cy="362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&lt;页脚&gt;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3" name="PlaceHolder 3"/>
          <p:cNvSpPr>
            <a:spLocks noGrp="1"/>
          </p:cNvSpPr>
          <p:nvPr>
            <p:ph type="sldNum" idx="29"/>
          </p:nvPr>
        </p:nvSpPr>
        <p:spPr>
          <a:xfrm>
            <a:off x="8610480" y="6356520"/>
            <a:ext cx="2741040" cy="362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fld id="{A1F25F93-03B6-49A3-ADF8-526832616F50}" type="slidenum"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&lt;编号&gt;</a:t>
            </a:fld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4" name="PlaceHolder 4"/>
          <p:cNvSpPr>
            <a:spLocks noGrp="1"/>
          </p:cNvSpPr>
          <p:nvPr>
            <p:ph type="dt" idx="30"/>
          </p:nvPr>
        </p:nvSpPr>
        <p:spPr>
          <a:xfrm>
            <a:off x="838080" y="6356520"/>
            <a:ext cx="2741040" cy="362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&lt;日期/时间&gt;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9" r:id="rId2"/>
  </p:sldLayoutIdLst>
</p:sldMaster>
</file>

<file path=ppt/slideMasters/slideMaster1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PlaceHolder 1"/>
          <p:cNvSpPr>
            <a:spLocks noGrp="1"/>
          </p:cNvSpPr>
          <p:nvPr>
            <p:ph type="ftr" idx="31"/>
          </p:nvPr>
        </p:nvSpPr>
        <p:spPr>
          <a:xfrm>
            <a:off x="4038480" y="6356520"/>
            <a:ext cx="4112640" cy="362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&lt;页脚&gt;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sldNum" idx="32"/>
          </p:nvPr>
        </p:nvSpPr>
        <p:spPr>
          <a:xfrm>
            <a:off x="8610480" y="6356520"/>
            <a:ext cx="2741040" cy="362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fld id="{28B10184-A4B6-4093-8EF1-EA56B7469643}" type="slidenum"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&lt;编号&gt;</a:t>
            </a:fld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dt" idx="33"/>
          </p:nvPr>
        </p:nvSpPr>
        <p:spPr>
          <a:xfrm>
            <a:off x="838080" y="6356520"/>
            <a:ext cx="2741040" cy="362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&lt;日期/时间&gt;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71" r:id="rId2"/>
  </p:sldLayoutIdLst>
</p:sldMaster>
</file>

<file path=ppt/slideMasters/slideMaster1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ftr" idx="34"/>
          </p:nvPr>
        </p:nvSpPr>
        <p:spPr>
          <a:xfrm>
            <a:off x="4038480" y="6356520"/>
            <a:ext cx="4112640" cy="362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&lt;页脚&gt;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1" name="PlaceHolder 2"/>
          <p:cNvSpPr>
            <a:spLocks noGrp="1"/>
          </p:cNvSpPr>
          <p:nvPr>
            <p:ph type="sldNum" idx="35"/>
          </p:nvPr>
        </p:nvSpPr>
        <p:spPr>
          <a:xfrm>
            <a:off x="8610480" y="6356520"/>
            <a:ext cx="2741040" cy="362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fld id="{2562D829-1182-4725-ACC2-90525C88614F}" type="slidenum"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&lt;编号&gt;</a:t>
            </a:fld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2" name="PlaceHolder 3"/>
          <p:cNvSpPr>
            <a:spLocks noGrp="1"/>
          </p:cNvSpPr>
          <p:nvPr>
            <p:ph type="dt" idx="36"/>
          </p:nvPr>
        </p:nvSpPr>
        <p:spPr>
          <a:xfrm>
            <a:off x="838080" y="6356520"/>
            <a:ext cx="2741040" cy="362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&lt;日期/时间&gt;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73" r:id="rId2"/>
  </p:sldLayoutIdLst>
</p:sldMaster>
</file>

<file path=ppt/slideMasters/slideMaster1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zh-CN" sz="1800" spc="-1" strike="noStrike">
                <a:solidFill>
                  <a:srgbClr val="000000"/>
                </a:solidFill>
                <a:latin typeface="Arial"/>
              </a:rPr>
              <a:t>单击以编辑标题文本格式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1800" spc="-1" strike="noStrike">
                <a:solidFill>
                  <a:srgbClr val="000000"/>
                </a:solidFill>
                <a:latin typeface="Arial"/>
              </a:rPr>
              <a:t>点击以编辑提纲文本格式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zh-CN" sz="1800" spc="-1" strike="noStrike">
                <a:solidFill>
                  <a:srgbClr val="000000"/>
                </a:solidFill>
                <a:latin typeface="Arial"/>
              </a:rPr>
              <a:t>第二提纲级别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1800" spc="-1" strike="noStrike">
                <a:solidFill>
                  <a:srgbClr val="000000"/>
                </a:solidFill>
                <a:latin typeface="Arial"/>
              </a:rPr>
              <a:t>第三提纲级别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zh-CN" sz="1800" spc="-1" strike="noStrike">
                <a:solidFill>
                  <a:srgbClr val="000000"/>
                </a:solidFill>
                <a:latin typeface="Arial"/>
              </a:rPr>
              <a:t>第四提纲级别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1800" spc="-1" strike="noStrike">
                <a:solidFill>
                  <a:srgbClr val="000000"/>
                </a:solidFill>
                <a:latin typeface="Arial"/>
              </a:rPr>
              <a:t>第五提纲级别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1800" spc="-1" strike="noStrike">
                <a:solidFill>
                  <a:srgbClr val="000000"/>
                </a:solidFill>
                <a:latin typeface="Arial"/>
              </a:rPr>
              <a:t>第六提纲级别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1800" spc="-1" strike="noStrike">
                <a:solidFill>
                  <a:srgbClr val="000000"/>
                </a:solidFill>
                <a:latin typeface="Arial"/>
              </a:rPr>
              <a:t>第七提纲级别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" name="PlaceHolder 3"/>
          <p:cNvSpPr>
            <a:spLocks noGrp="1"/>
          </p:cNvSpPr>
          <p:nvPr>
            <p:ph type="ftr" idx="37"/>
          </p:nvPr>
        </p:nvSpPr>
        <p:spPr>
          <a:xfrm>
            <a:off x="4038480" y="6356520"/>
            <a:ext cx="4112640" cy="362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&lt;页脚&gt;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" name="PlaceHolder 4"/>
          <p:cNvSpPr>
            <a:spLocks noGrp="1"/>
          </p:cNvSpPr>
          <p:nvPr>
            <p:ph type="sldNum" idx="38"/>
          </p:nvPr>
        </p:nvSpPr>
        <p:spPr>
          <a:xfrm>
            <a:off x="8610480" y="6356520"/>
            <a:ext cx="2741040" cy="362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fld id="{43670DF0-F493-4C19-ADA2-C93F10DFFFD2}" type="slidenum"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&lt;编号&gt;</a:t>
            </a:fld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7" name="PlaceHolder 5"/>
          <p:cNvSpPr>
            <a:spLocks noGrp="1"/>
          </p:cNvSpPr>
          <p:nvPr>
            <p:ph type="dt" idx="39"/>
          </p:nvPr>
        </p:nvSpPr>
        <p:spPr>
          <a:xfrm>
            <a:off x="838080" y="6356520"/>
            <a:ext cx="2741040" cy="362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&lt;日期/时间&gt;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75" r:id="rId2"/>
  </p:sldLayoutIdLst>
</p:sldMaster>
</file>

<file path=ppt/slideMasters/slideMaster1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ftr" idx="40"/>
          </p:nvPr>
        </p:nvSpPr>
        <p:spPr>
          <a:xfrm>
            <a:off x="4038480" y="6356520"/>
            <a:ext cx="4112640" cy="362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&lt;页脚&gt;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 type="sldNum" idx="41"/>
          </p:nvPr>
        </p:nvSpPr>
        <p:spPr>
          <a:xfrm>
            <a:off x="8610480" y="6356520"/>
            <a:ext cx="2741040" cy="362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fld id="{3A3050CE-44B8-4E18-A1EF-BF0ECA87EBC4}" type="slidenum"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&lt;编号&gt;</a:t>
            </a:fld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2" name="PlaceHolder 3"/>
          <p:cNvSpPr>
            <a:spLocks noGrp="1"/>
          </p:cNvSpPr>
          <p:nvPr>
            <p:ph type="dt" idx="42"/>
          </p:nvPr>
        </p:nvSpPr>
        <p:spPr>
          <a:xfrm>
            <a:off x="838080" y="6356520"/>
            <a:ext cx="2741040" cy="362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&lt;日期/时间&gt;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77" r:id="rId2"/>
  </p:sldLayoutIdLst>
</p:sldMaster>
</file>

<file path=ppt/slideMasters/slideMaster1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zh-CN" sz="1800" spc="-1" strike="noStrike">
                <a:solidFill>
                  <a:srgbClr val="000000"/>
                </a:solidFill>
                <a:latin typeface="Arial"/>
              </a:rPr>
              <a:t>单击以编辑标题文本格式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392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1800" spc="-1" strike="noStrike">
                <a:solidFill>
                  <a:srgbClr val="000000"/>
                </a:solidFill>
                <a:latin typeface="Arial"/>
              </a:rPr>
              <a:t>点击以编辑提纲文本格式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zh-CN" sz="1800" spc="-1" strike="noStrike">
                <a:solidFill>
                  <a:srgbClr val="000000"/>
                </a:solidFill>
                <a:latin typeface="Arial"/>
              </a:rPr>
              <a:t>第二提纲级别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1800" spc="-1" strike="noStrike">
                <a:solidFill>
                  <a:srgbClr val="000000"/>
                </a:solidFill>
                <a:latin typeface="Arial"/>
              </a:rPr>
              <a:t>第三提纲级别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zh-CN" sz="1800" spc="-1" strike="noStrike">
                <a:solidFill>
                  <a:srgbClr val="000000"/>
                </a:solidFill>
                <a:latin typeface="Arial"/>
              </a:rPr>
              <a:t>第四提纲级别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1800" spc="-1" strike="noStrike">
                <a:solidFill>
                  <a:srgbClr val="000000"/>
                </a:solidFill>
                <a:latin typeface="Arial"/>
              </a:rPr>
              <a:t>第五提纲级别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1800" spc="-1" strike="noStrike">
                <a:solidFill>
                  <a:srgbClr val="000000"/>
                </a:solidFill>
                <a:latin typeface="Arial"/>
              </a:rPr>
              <a:t>第六提纲级别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1800" spc="-1" strike="noStrike">
                <a:solidFill>
                  <a:srgbClr val="000000"/>
                </a:solidFill>
                <a:latin typeface="Arial"/>
              </a:rPr>
              <a:t>第七提纲级别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392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1800" spc="-1" strike="noStrike">
                <a:solidFill>
                  <a:srgbClr val="000000"/>
                </a:solidFill>
                <a:latin typeface="Arial"/>
              </a:rPr>
              <a:t>点击以编辑提纲文本格式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zh-CN" sz="1800" spc="-1" strike="noStrike">
                <a:solidFill>
                  <a:srgbClr val="000000"/>
                </a:solidFill>
                <a:latin typeface="Arial"/>
              </a:rPr>
              <a:t>第二提纲级别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1800" spc="-1" strike="noStrike">
                <a:solidFill>
                  <a:srgbClr val="000000"/>
                </a:solidFill>
                <a:latin typeface="Arial"/>
              </a:rPr>
              <a:t>第三提纲级别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zh-CN" sz="1800" spc="-1" strike="noStrike">
                <a:solidFill>
                  <a:srgbClr val="000000"/>
                </a:solidFill>
                <a:latin typeface="Arial"/>
              </a:rPr>
              <a:t>第四提纲级别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1800" spc="-1" strike="noStrike">
                <a:solidFill>
                  <a:srgbClr val="000000"/>
                </a:solidFill>
                <a:latin typeface="Arial"/>
              </a:rPr>
              <a:t>第五提纲级别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1800" spc="-1" strike="noStrike">
                <a:solidFill>
                  <a:srgbClr val="000000"/>
                </a:solidFill>
                <a:latin typeface="Arial"/>
              </a:rPr>
              <a:t>第六提纲级别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1800" spc="-1" strike="noStrike">
                <a:solidFill>
                  <a:srgbClr val="000000"/>
                </a:solidFill>
                <a:latin typeface="Arial"/>
              </a:rPr>
              <a:t>第七提纲级别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" name="PlaceHolder 4"/>
          <p:cNvSpPr>
            <a:spLocks noGrp="1"/>
          </p:cNvSpPr>
          <p:nvPr>
            <p:ph type="ftr" idx="43"/>
          </p:nvPr>
        </p:nvSpPr>
        <p:spPr>
          <a:xfrm>
            <a:off x="4038480" y="6356520"/>
            <a:ext cx="4112640" cy="362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&lt;页脚&gt;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7" name="PlaceHolder 5"/>
          <p:cNvSpPr>
            <a:spLocks noGrp="1"/>
          </p:cNvSpPr>
          <p:nvPr>
            <p:ph type="sldNum" idx="44"/>
          </p:nvPr>
        </p:nvSpPr>
        <p:spPr>
          <a:xfrm>
            <a:off x="8610480" y="6356520"/>
            <a:ext cx="2741040" cy="362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fld id="{D9052A99-E880-4741-970C-BB905D0799DA}" type="slidenum"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&lt;编号&gt;</a:t>
            </a:fld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8" name="PlaceHolder 6"/>
          <p:cNvSpPr>
            <a:spLocks noGrp="1"/>
          </p:cNvSpPr>
          <p:nvPr>
            <p:ph type="dt" idx="45"/>
          </p:nvPr>
        </p:nvSpPr>
        <p:spPr>
          <a:xfrm>
            <a:off x="838080" y="6356520"/>
            <a:ext cx="2741040" cy="362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&lt;日期/时间&gt;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79" r:id="rId2"/>
  </p:sldLayoutIdLst>
</p:sldMaster>
</file>

<file path=ppt/slideMasters/slideMaster1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PlaceHolder 1"/>
          <p:cNvSpPr>
            <a:spLocks noGrp="1"/>
          </p:cNvSpPr>
          <p:nvPr>
            <p:ph type="ftr" idx="46"/>
          </p:nvPr>
        </p:nvSpPr>
        <p:spPr>
          <a:xfrm>
            <a:off x="4038480" y="6356520"/>
            <a:ext cx="4112640" cy="362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&lt;页脚&gt;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3" name="PlaceHolder 2"/>
          <p:cNvSpPr>
            <a:spLocks noGrp="1"/>
          </p:cNvSpPr>
          <p:nvPr>
            <p:ph type="sldNum" idx="47"/>
          </p:nvPr>
        </p:nvSpPr>
        <p:spPr>
          <a:xfrm>
            <a:off x="8610480" y="6356520"/>
            <a:ext cx="2741040" cy="362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fld id="{75A936E0-2785-4EA6-AFA4-7BC2D55BB40E}" type="slidenum"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&lt;编号&gt;</a:t>
            </a:fld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4" name="PlaceHolder 3"/>
          <p:cNvSpPr>
            <a:spLocks noGrp="1"/>
          </p:cNvSpPr>
          <p:nvPr>
            <p:ph type="dt" idx="48"/>
          </p:nvPr>
        </p:nvSpPr>
        <p:spPr>
          <a:xfrm>
            <a:off x="838080" y="6356520"/>
            <a:ext cx="2741040" cy="362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&lt;日期/时间&gt;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81" r:id="rId2"/>
  </p:sldLayoutIdLst>
</p:sldMaster>
</file>

<file path=ppt/slideMasters/slideMaster1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zh-CN" sz="1800" spc="-1" strike="noStrike">
                <a:solidFill>
                  <a:srgbClr val="000000"/>
                </a:solidFill>
                <a:latin typeface="Arial"/>
              </a:rPr>
              <a:t>单击以编辑标题文本格式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 type="ftr" idx="49"/>
          </p:nvPr>
        </p:nvSpPr>
        <p:spPr>
          <a:xfrm>
            <a:off x="4038480" y="6356520"/>
            <a:ext cx="4112640" cy="362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&lt;页脚&gt;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 type="sldNum" idx="50"/>
          </p:nvPr>
        </p:nvSpPr>
        <p:spPr>
          <a:xfrm>
            <a:off x="8610480" y="6356520"/>
            <a:ext cx="2741040" cy="362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fld id="{94F59FB1-650A-4C69-B96B-AF4682302F3D}" type="slidenum"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&lt;编号&gt;</a:t>
            </a:fld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 type="dt" idx="51"/>
          </p:nvPr>
        </p:nvSpPr>
        <p:spPr>
          <a:xfrm>
            <a:off x="838080" y="6356520"/>
            <a:ext cx="2741040" cy="362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&lt;日期/时间&gt;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83" r:id="rId2"/>
  </p:sldLayoutIdLst>
</p:sldMaster>
</file>

<file path=ppt/slideMasters/slideMaster1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PlaceHolder 1"/>
          <p:cNvSpPr>
            <a:spLocks noGrp="1"/>
          </p:cNvSpPr>
          <p:nvPr>
            <p:ph type="ftr" idx="52"/>
          </p:nvPr>
        </p:nvSpPr>
        <p:spPr>
          <a:xfrm>
            <a:off x="4038480" y="6356520"/>
            <a:ext cx="4112640" cy="362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&lt;页脚&gt;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1" name="PlaceHolder 2"/>
          <p:cNvSpPr>
            <a:spLocks noGrp="1"/>
          </p:cNvSpPr>
          <p:nvPr>
            <p:ph type="sldNum" idx="53"/>
          </p:nvPr>
        </p:nvSpPr>
        <p:spPr>
          <a:xfrm>
            <a:off x="8610480" y="6356520"/>
            <a:ext cx="2741040" cy="362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fld id="{0A4439E9-3B21-467F-A296-DB150CC55505}" type="slidenum"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&lt;编号&gt;</a:t>
            </a:fld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2" name="PlaceHolder 3"/>
          <p:cNvSpPr>
            <a:spLocks noGrp="1"/>
          </p:cNvSpPr>
          <p:nvPr>
            <p:ph type="dt" idx="54"/>
          </p:nvPr>
        </p:nvSpPr>
        <p:spPr>
          <a:xfrm>
            <a:off x="838080" y="6356520"/>
            <a:ext cx="2741040" cy="362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&lt;日期/时间&gt;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85" r:id="rId2"/>
  </p:sldLayoutIdLst>
</p:sldMaster>
</file>

<file path=ppt/slideMasters/slideMaster2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PlaceHolder 1"/>
          <p:cNvSpPr>
            <a:spLocks noGrp="1"/>
          </p:cNvSpPr>
          <p:nvPr>
            <p:ph type="ftr" idx="55"/>
          </p:nvPr>
        </p:nvSpPr>
        <p:spPr>
          <a:xfrm>
            <a:off x="4038480" y="6356520"/>
            <a:ext cx="4112640" cy="362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&lt;页脚&gt;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4" name="PlaceHolder 2"/>
          <p:cNvSpPr>
            <a:spLocks noGrp="1"/>
          </p:cNvSpPr>
          <p:nvPr>
            <p:ph type="sldNum" idx="56"/>
          </p:nvPr>
        </p:nvSpPr>
        <p:spPr>
          <a:xfrm>
            <a:off x="8610480" y="6356520"/>
            <a:ext cx="2741040" cy="362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fld id="{21426A31-3138-45A7-9236-EA24DCC9B5EE}" type="slidenum"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&lt;编号&gt;</a:t>
            </a:fld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5" name="PlaceHolder 3"/>
          <p:cNvSpPr>
            <a:spLocks noGrp="1"/>
          </p:cNvSpPr>
          <p:nvPr>
            <p:ph type="dt" idx="57"/>
          </p:nvPr>
        </p:nvSpPr>
        <p:spPr>
          <a:xfrm>
            <a:off x="838080" y="6356520"/>
            <a:ext cx="2741040" cy="362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&lt;日期/时间&gt;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87" r:id="rId2"/>
  </p:sldLayoutIdLst>
</p:sldMaster>
</file>

<file path=ppt/slideMasters/slideMaster2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PlaceHolder 1"/>
          <p:cNvSpPr>
            <a:spLocks noGrp="1"/>
          </p:cNvSpPr>
          <p:nvPr>
            <p:ph type="ftr" idx="58"/>
          </p:nvPr>
        </p:nvSpPr>
        <p:spPr>
          <a:xfrm>
            <a:off x="4038480" y="6356520"/>
            <a:ext cx="4112640" cy="362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&lt;页脚&gt;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7" name="PlaceHolder 2"/>
          <p:cNvSpPr>
            <a:spLocks noGrp="1"/>
          </p:cNvSpPr>
          <p:nvPr>
            <p:ph type="sldNum" idx="59"/>
          </p:nvPr>
        </p:nvSpPr>
        <p:spPr>
          <a:xfrm>
            <a:off x="8610480" y="6356520"/>
            <a:ext cx="2741040" cy="362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fld id="{A6FBA3F6-03C0-4E25-805D-1C6277310782}" type="slidenum"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&lt;编号&gt;</a:t>
            </a:fld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8" name="PlaceHolder 3"/>
          <p:cNvSpPr>
            <a:spLocks noGrp="1"/>
          </p:cNvSpPr>
          <p:nvPr>
            <p:ph type="dt" idx="60"/>
          </p:nvPr>
        </p:nvSpPr>
        <p:spPr>
          <a:xfrm>
            <a:off x="838080" y="6356520"/>
            <a:ext cx="2741040" cy="362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&lt;日期/时间&gt;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89" r:id="rId2"/>
  </p:sldLayoutIdLst>
</p:sldMaster>
</file>

<file path=ppt/slideMasters/slideMaster2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zh-CN" sz="1800" spc="-1" strike="noStrike">
                <a:solidFill>
                  <a:srgbClr val="000000"/>
                </a:solidFill>
                <a:latin typeface="Arial"/>
              </a:rPr>
              <a:t>单击以编辑标题文本格式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0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1800" spc="-1" strike="noStrike">
                <a:solidFill>
                  <a:srgbClr val="000000"/>
                </a:solidFill>
                <a:latin typeface="Arial"/>
              </a:rPr>
              <a:t>点击以编辑提纲文本格式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zh-CN" sz="1800" spc="-1" strike="noStrike">
                <a:solidFill>
                  <a:srgbClr val="000000"/>
                </a:solidFill>
                <a:latin typeface="Arial"/>
              </a:rPr>
              <a:t>第二提纲级别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1800" spc="-1" strike="noStrike">
                <a:solidFill>
                  <a:srgbClr val="000000"/>
                </a:solidFill>
                <a:latin typeface="Arial"/>
              </a:rPr>
              <a:t>第三提纲级别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zh-CN" sz="1800" spc="-1" strike="noStrike">
                <a:solidFill>
                  <a:srgbClr val="000000"/>
                </a:solidFill>
                <a:latin typeface="Arial"/>
              </a:rPr>
              <a:t>第四提纲级别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1800" spc="-1" strike="noStrike">
                <a:solidFill>
                  <a:srgbClr val="000000"/>
                </a:solidFill>
                <a:latin typeface="Arial"/>
              </a:rPr>
              <a:t>第五提纲级别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1800" spc="-1" strike="noStrike">
                <a:solidFill>
                  <a:srgbClr val="000000"/>
                </a:solidFill>
                <a:latin typeface="Arial"/>
              </a:rPr>
              <a:t>第六提纲级别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1800" spc="-1" strike="noStrike">
                <a:solidFill>
                  <a:srgbClr val="000000"/>
                </a:solidFill>
                <a:latin typeface="Arial"/>
              </a:rPr>
              <a:t>第七提纲级别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1" name="PlaceHolder 3"/>
          <p:cNvSpPr>
            <a:spLocks noGrp="1"/>
          </p:cNvSpPr>
          <p:nvPr>
            <p:ph type="ftr" idx="61"/>
          </p:nvPr>
        </p:nvSpPr>
        <p:spPr>
          <a:xfrm>
            <a:off x="4038480" y="6356520"/>
            <a:ext cx="4112280" cy="362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&lt;页脚&gt;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2" name="PlaceHolder 4"/>
          <p:cNvSpPr>
            <a:spLocks noGrp="1"/>
          </p:cNvSpPr>
          <p:nvPr>
            <p:ph type="sldNum" idx="62"/>
          </p:nvPr>
        </p:nvSpPr>
        <p:spPr>
          <a:xfrm>
            <a:off x="8610480" y="6356520"/>
            <a:ext cx="2740680" cy="362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fld id="{6918E40A-E70A-4106-8E77-F4465492452F}" type="slidenum"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&lt;编号&gt;</a:t>
            </a:fld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3" name="PlaceHolder 5"/>
          <p:cNvSpPr>
            <a:spLocks noGrp="1"/>
          </p:cNvSpPr>
          <p:nvPr>
            <p:ph type="dt" idx="63"/>
          </p:nvPr>
        </p:nvSpPr>
        <p:spPr>
          <a:xfrm>
            <a:off x="838080" y="6356520"/>
            <a:ext cx="2740680" cy="362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&lt;日期/时间&gt;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91" r:id="rId2"/>
  </p:sldLayoutIdLst>
</p:sldMaster>
</file>

<file path=ppt/slideMasters/slideMaster2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zh-CN" sz="1800" spc="-1" strike="noStrike">
                <a:solidFill>
                  <a:srgbClr val="000000"/>
                </a:solidFill>
                <a:latin typeface="Arial"/>
              </a:rPr>
              <a:t>单击以编辑标题文本格式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 type="ftr" idx="64"/>
          </p:nvPr>
        </p:nvSpPr>
        <p:spPr>
          <a:xfrm>
            <a:off x="4038480" y="6356520"/>
            <a:ext cx="4112280" cy="362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&lt;页脚&gt;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8" name="PlaceHolder 3"/>
          <p:cNvSpPr>
            <a:spLocks noGrp="1"/>
          </p:cNvSpPr>
          <p:nvPr>
            <p:ph type="sldNum" idx="65"/>
          </p:nvPr>
        </p:nvSpPr>
        <p:spPr>
          <a:xfrm>
            <a:off x="8610480" y="6356520"/>
            <a:ext cx="2740680" cy="362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fld id="{5DA4AF04-C1BB-4717-9328-2B110E09D349}" type="slidenum"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&lt;编号&gt;</a:t>
            </a:fld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9" name="PlaceHolder 4"/>
          <p:cNvSpPr>
            <a:spLocks noGrp="1"/>
          </p:cNvSpPr>
          <p:nvPr>
            <p:ph type="dt" idx="66"/>
          </p:nvPr>
        </p:nvSpPr>
        <p:spPr>
          <a:xfrm>
            <a:off x="838080" y="6356520"/>
            <a:ext cx="2740680" cy="362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&lt;日期/时间&gt;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93" r:id="rId2"/>
  </p:sldLayoutIdLst>
</p:sldMaster>
</file>

<file path=ppt/slideMasters/slideMaster2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zh-CN" sz="4400" spc="-1" strike="noStrike">
                <a:solidFill>
                  <a:srgbClr val="000000"/>
                </a:solidFill>
                <a:latin typeface="Arial"/>
              </a:rPr>
              <a:t>单击以编辑标题文本格式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3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3200" spc="-1" strike="noStrike">
                <a:solidFill>
                  <a:srgbClr val="000000"/>
                </a:solidFill>
                <a:latin typeface="Arial"/>
              </a:rPr>
              <a:t>点击以编辑提纲文本格式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zh-CN" sz="2800" spc="-1" strike="noStrike">
                <a:solidFill>
                  <a:srgbClr val="000000"/>
                </a:solidFill>
                <a:latin typeface="Arial"/>
              </a:rPr>
              <a:t>第二提纲级别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2400" spc="-1" strike="noStrike">
                <a:solidFill>
                  <a:srgbClr val="000000"/>
                </a:solidFill>
                <a:latin typeface="Arial"/>
              </a:rPr>
              <a:t>第三提纲级别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第四提纲级别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第五提纲级别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第六提纲级别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第七提纲级别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95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slideLayout" Target="../slideLayouts/slideLayout24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slideLayout" Target="../slideLayouts/slideLayout1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image" Target="../media/image5.png"/><Relationship Id="rId3" Type="http://schemas.openxmlformats.org/officeDocument/2006/relationships/slideLayout" Target="../slideLayouts/slideLayout1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image" Target="../media/image5.png"/><Relationship Id="rId3" Type="http://schemas.openxmlformats.org/officeDocument/2006/relationships/slideLayout" Target="../slideLayouts/slideLayout1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image" Target="../media/image5.png"/><Relationship Id="rId3" Type="http://schemas.openxmlformats.org/officeDocument/2006/relationships/slideLayout" Target="../slideLayouts/slideLayout1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1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image" Target="../media/image5.png"/><Relationship Id="rId3" Type="http://schemas.openxmlformats.org/officeDocument/2006/relationships/slideLayout" Target="../slideLayouts/slideLayout1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1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image" Target="../media/image5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image" Target="../media/image5.png"/><Relationship Id="rId3" Type="http://schemas.openxmlformats.org/officeDocument/2006/relationships/slideLayout" Target="../slideLayouts/slideLayout1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image" Target="../media/image5.png"/><Relationship Id="rId3" Type="http://schemas.openxmlformats.org/officeDocument/2006/relationships/slideLayout" Target="../slideLayouts/slideLayout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1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image" Target="../media/image10.png"/><Relationship Id="rId2" Type="http://schemas.openxmlformats.org/officeDocument/2006/relationships/image" Target="../media/image5.png"/><Relationship Id="rId3" Type="http://schemas.openxmlformats.org/officeDocument/2006/relationships/slideLayout" Target="../slideLayouts/slideLayout1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1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image" Target="../media/image5.png"/><Relationship Id="rId3" Type="http://schemas.openxmlformats.org/officeDocument/2006/relationships/slideLayout" Target="../slideLayouts/slideLayout1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image" Target="../media/image11.png"/><Relationship Id="rId2" Type="http://schemas.openxmlformats.org/officeDocument/2006/relationships/image" Target="../media/image5.png"/><Relationship Id="rId3" Type="http://schemas.openxmlformats.org/officeDocument/2006/relationships/slideLayout" Target="../slideLayouts/slideLayout1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1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image" Target="../media/image12.png"/><Relationship Id="rId2" Type="http://schemas.openxmlformats.org/officeDocument/2006/relationships/image" Target="../media/image5.png"/><Relationship Id="rId3" Type="http://schemas.openxmlformats.org/officeDocument/2006/relationships/slideLayout" Target="../slideLayouts/slideLayout1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image" Target="../media/image5.png"/><Relationship Id="rId3" Type="http://schemas.openxmlformats.org/officeDocument/2006/relationships/slideLayout" Target="../slideLayouts/slideLayout1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image" Target="../media/image13.png"/><Relationship Id="rId2" Type="http://schemas.openxmlformats.org/officeDocument/2006/relationships/image" Target="../media/image5.png"/><Relationship Id="rId3" Type="http://schemas.openxmlformats.org/officeDocument/2006/relationships/slideLayout" Target="../slideLayouts/slideLayout1.xml"/>
</Relationships>
</file>

<file path=ppt/slides/_rels/slide21.xml.rels><?xml version="1.0" encoding="UTF-8"?>
<Relationships xmlns="http://schemas.openxmlformats.org/package/2006/relationships"><Relationship Id="rId1" Type="http://schemas.openxmlformats.org/officeDocument/2006/relationships/image" Target="../media/image14.png"/><Relationship Id="rId2" Type="http://schemas.openxmlformats.org/officeDocument/2006/relationships/image" Target="../media/image5.png"/><Relationship Id="rId3" Type="http://schemas.openxmlformats.org/officeDocument/2006/relationships/slideLayout" Target="../slideLayouts/slideLayout1.xml"/>
</Relationships>
</file>

<file path=ppt/slides/_rels/slide22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image" Target="../media/image5.png"/><Relationship Id="rId3" Type="http://schemas.openxmlformats.org/officeDocument/2006/relationships/slideLayout" Target="../slideLayouts/slideLayout1.xml"/>
</Relationships>
</file>

<file path=ppt/slides/_rels/slide23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cover-bg"/>
          <p:cNvSpPr/>
          <p:nvPr/>
        </p:nvSpPr>
        <p:spPr>
          <a:xfrm>
            <a:off x="0" y="0"/>
            <a:ext cx="12191400" cy="6857280"/>
          </a:xfrm>
          <a:prstGeom prst="rect">
            <a:avLst/>
          </a:prstGeom>
          <a:solidFill>
            <a:srgbClr val="f2f2f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11" name="cover-cscc-logo" descr=""/>
          <p:cNvPicPr/>
          <p:nvPr/>
        </p:nvPicPr>
        <p:blipFill>
          <a:blip r:embed="rId1"/>
          <a:stretch/>
        </p:blipFill>
        <p:spPr>
          <a:xfrm>
            <a:off x="259920" y="164880"/>
            <a:ext cx="2149200" cy="457200"/>
          </a:xfrm>
          <a:prstGeom prst="rect">
            <a:avLst/>
          </a:prstGeom>
          <a:ln w="0">
            <a:noFill/>
          </a:ln>
        </p:spPr>
      </p:pic>
      <p:pic>
        <p:nvPicPr>
          <p:cNvPr id="112" name="cover-hzdu-logo" descr=""/>
          <p:cNvPicPr/>
          <p:nvPr/>
        </p:nvPicPr>
        <p:blipFill>
          <a:blip r:embed="rId2"/>
          <a:stretch/>
        </p:blipFill>
        <p:spPr>
          <a:xfrm>
            <a:off x="8492040" y="114840"/>
            <a:ext cx="3349440" cy="789120"/>
          </a:xfrm>
          <a:prstGeom prst="rect">
            <a:avLst/>
          </a:prstGeom>
          <a:ln w="0">
            <a:noFill/>
          </a:ln>
        </p:spPr>
      </p:pic>
      <p:sp>
        <p:nvSpPr>
          <p:cNvPr id="113" name="cover-shadow"/>
          <p:cNvSpPr/>
          <p:nvPr/>
        </p:nvSpPr>
        <p:spPr>
          <a:xfrm>
            <a:off x="1159920" y="2270160"/>
            <a:ext cx="9871200" cy="1899360"/>
          </a:xfrm>
          <a:prstGeom prst="rect">
            <a:avLst/>
          </a:prstGeom>
          <a:solidFill>
            <a:srgbClr val="d5d5d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14" name="cover-blue-band" descr=""/>
          <p:cNvPicPr/>
          <p:nvPr/>
        </p:nvPicPr>
        <p:blipFill>
          <a:blip r:embed="rId3"/>
          <a:stretch/>
        </p:blipFill>
        <p:spPr>
          <a:xfrm>
            <a:off x="360" y="2260440"/>
            <a:ext cx="12191400" cy="2419200"/>
          </a:xfrm>
          <a:prstGeom prst="rect">
            <a:avLst/>
          </a:prstGeom>
          <a:ln w="0">
            <a:noFill/>
          </a:ln>
        </p:spPr>
      </p:pic>
      <p:sp>
        <p:nvSpPr>
          <p:cNvPr id="115" name="cover-title"/>
          <p:cNvSpPr/>
          <p:nvPr/>
        </p:nvSpPr>
        <p:spPr>
          <a:xfrm>
            <a:off x="1029960" y="2810160"/>
            <a:ext cx="10131120" cy="919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>
              <a:lnSpc>
                <a:spcPct val="100000"/>
              </a:lnSpc>
            </a:pPr>
            <a:r>
              <a:rPr b="1" lang="en-US" sz="5600" spc="-1" strike="noStrike">
                <a:solidFill>
                  <a:srgbClr val="ffffff"/>
                </a:solidFill>
                <a:latin typeface="Microsoft YaHei"/>
                <a:ea typeface="Microsoft YaHei"/>
              </a:rPr>
              <a:t>OrayS</a:t>
            </a:r>
            <a:endParaRPr b="0" lang="en-US" sz="5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6" name="cover-subtitle"/>
          <p:cNvSpPr/>
          <p:nvPr/>
        </p:nvSpPr>
        <p:spPr>
          <a:xfrm>
            <a:off x="3960000" y="3820320"/>
            <a:ext cx="10291320" cy="49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>
              <a:lnSpc>
                <a:spcPct val="100000"/>
              </a:lnSpc>
            </a:pPr>
            <a:r>
              <a:rPr b="0" lang="en-US" sz="1900" spc="-1" strike="noStrike">
                <a:solidFill>
                  <a:srgbClr val="eaf6ff"/>
                </a:solidFill>
                <a:latin typeface="Microsoft YaHei"/>
                <a:ea typeface="Microsoft YaHei"/>
              </a:rPr>
              <a:t>——</a:t>
            </a:r>
            <a:r>
              <a:rPr b="0" lang="zh-CN" sz="1900" spc="-1" strike="noStrike">
                <a:solidFill>
                  <a:srgbClr val="eaf6ff"/>
                </a:solidFill>
                <a:latin typeface="Microsoft YaHei"/>
                <a:ea typeface="Microsoft YaHei"/>
              </a:rPr>
              <a:t>基于组件化操作系统</a:t>
            </a:r>
            <a:r>
              <a:rPr b="0" lang="en-US" sz="1900" spc="-1" strike="noStrike">
                <a:solidFill>
                  <a:srgbClr val="eaf6ff"/>
                </a:solidFill>
                <a:latin typeface="Microsoft YaHei"/>
                <a:ea typeface="Microsoft YaHei"/>
              </a:rPr>
              <a:t>ArceOS </a:t>
            </a:r>
            <a:r>
              <a:rPr b="0" lang="zh-CN" sz="1900" spc="-1" strike="noStrike">
                <a:solidFill>
                  <a:srgbClr val="eaf6ff"/>
                </a:solidFill>
                <a:latin typeface="Microsoft YaHei"/>
                <a:ea typeface="Microsoft YaHei"/>
              </a:rPr>
              <a:t>的模块化宏内核扩展</a:t>
            </a:r>
            <a:endParaRPr b="0" lang="en-US" sz="1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7" name="cover-school"/>
          <p:cNvSpPr/>
          <p:nvPr/>
        </p:nvSpPr>
        <p:spPr>
          <a:xfrm>
            <a:off x="6099840" y="5749920"/>
            <a:ext cx="4999320" cy="519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>
              <a:lnSpc>
                <a:spcPct val="100000"/>
              </a:lnSpc>
            </a:pPr>
            <a:r>
              <a:rPr b="1" lang="zh-CN" sz="1800" spc="-1" strike="noStrike">
                <a:solidFill>
                  <a:srgbClr val="111111"/>
                </a:solidFill>
                <a:latin typeface="Microsoft YaHei"/>
                <a:ea typeface="Microsoft YaHei"/>
              </a:rPr>
              <a:t>杭州电子科技大学：王正卓、胡亿炜、何漫漫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rect 52"/>
          <p:cNvSpPr/>
          <p:nvPr/>
        </p:nvSpPr>
        <p:spPr>
          <a:xfrm>
            <a:off x="2520" y="-360000"/>
            <a:ext cx="12188520" cy="7216920"/>
          </a:xfrm>
          <a:prstGeom prst="rect">
            <a:avLst/>
          </a:prstGeom>
          <a:solidFill>
            <a:srgbClr val="f2f2f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 defTabSz="914400">
              <a:lnSpc>
                <a:spcPct val="100000"/>
              </a:lnSpc>
            </a:pPr>
            <a:endParaRPr b="0" lang="en-US" sz="1200" spc="-1" strike="noStrike">
              <a:solidFill>
                <a:schemeClr val="dk1"/>
              </a:solidFill>
              <a:latin typeface="Arial"/>
            </a:endParaRPr>
          </a:p>
        </p:txBody>
      </p:sp>
      <p:pic>
        <p:nvPicPr>
          <p:cNvPr id="119" name="StarryXStyle-cscc-logo" descr=""/>
          <p:cNvPicPr/>
          <p:nvPr/>
        </p:nvPicPr>
        <p:blipFill>
          <a:blip r:embed="rId1"/>
          <a:stretch/>
        </p:blipFill>
        <p:spPr>
          <a:xfrm>
            <a:off x="219960" y="-180000"/>
            <a:ext cx="1848240" cy="388080"/>
          </a:xfrm>
          <a:prstGeom prst="rect">
            <a:avLst/>
          </a:prstGeom>
          <a:ln w="0">
            <a:noFill/>
          </a:ln>
        </p:spPr>
      </p:pic>
      <p:pic>
        <p:nvPicPr>
          <p:cNvPr id="120" name="StarryXStyle-hzdu-logo" descr=""/>
          <p:cNvPicPr/>
          <p:nvPr/>
        </p:nvPicPr>
        <p:blipFill>
          <a:blip r:embed="rId2"/>
          <a:stretch/>
        </p:blipFill>
        <p:spPr>
          <a:xfrm>
            <a:off x="9141840" y="-245880"/>
            <a:ext cx="2557080" cy="604800"/>
          </a:xfrm>
          <a:prstGeom prst="rect">
            <a:avLst/>
          </a:prstGeom>
          <a:ln w="0">
            <a:noFill/>
          </a:ln>
        </p:spPr>
      </p:pic>
      <p:pic>
        <p:nvPicPr>
          <p:cNvPr id="121" name="StarryXStyle-contents-band" descr=""/>
          <p:cNvPicPr/>
          <p:nvPr/>
        </p:nvPicPr>
        <p:blipFill>
          <a:blip r:embed="rId3"/>
          <a:stretch/>
        </p:blipFill>
        <p:spPr>
          <a:xfrm>
            <a:off x="0" y="1620000"/>
            <a:ext cx="4048200" cy="3228120"/>
          </a:xfrm>
          <a:prstGeom prst="rect">
            <a:avLst/>
          </a:prstGeom>
          <a:ln w="0">
            <a:noFill/>
          </a:ln>
        </p:spPr>
      </p:pic>
      <p:sp>
        <p:nvSpPr>
          <p:cNvPr id="122" name="StarryXStyle-title-cn"/>
          <p:cNvSpPr/>
          <p:nvPr/>
        </p:nvSpPr>
        <p:spPr>
          <a:xfrm>
            <a:off x="690120" y="2779920"/>
            <a:ext cx="1598040" cy="698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0" bIns="0" anchor="t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3800" spc="-1" strike="noStrike">
                <a:solidFill>
                  <a:srgbClr val="ffffff"/>
                </a:solidFill>
                <a:latin typeface="Microsoft YaHei"/>
                <a:ea typeface="Microsoft YaHei"/>
              </a:rPr>
              <a:t>目 录</a:t>
            </a:r>
            <a:endParaRPr b="0" lang="en-US" sz="3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3" name="StarryXStyle-title-en"/>
          <p:cNvSpPr/>
          <p:nvPr/>
        </p:nvSpPr>
        <p:spPr>
          <a:xfrm>
            <a:off x="900000" y="3499920"/>
            <a:ext cx="1248120" cy="32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0" bIns="0" anchor="t">
            <a:noAutofit/>
          </a:bodyPr>
          <a:p>
            <a:pPr algn="ctr" defTabSz="914400">
              <a:lnSpc>
                <a:spcPct val="100000"/>
              </a:lnSpc>
            </a:pPr>
            <a:r>
              <a:rPr b="0" lang="en-US" sz="1250" spc="-1" strike="noStrike">
                <a:solidFill>
                  <a:srgbClr val="dceeff"/>
                </a:solidFill>
                <a:latin typeface="Microsoft YaHei"/>
                <a:ea typeface="Microsoft YaHei"/>
              </a:rPr>
              <a:t>CONTENTS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4" name="StarryXStyle-toc-num-1"/>
          <p:cNvSpPr/>
          <p:nvPr/>
        </p:nvSpPr>
        <p:spPr>
          <a:xfrm>
            <a:off x="6599880" y="815040"/>
            <a:ext cx="588240" cy="388080"/>
          </a:xfrm>
          <a:prstGeom prst="roundRect">
            <a:avLst>
              <a:gd name="adj" fmla="val 16667"/>
            </a:avLst>
          </a:prstGeom>
          <a:solidFill>
            <a:srgbClr val="0078b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en-US" sz="1300" spc="-1" strike="noStrike">
                <a:solidFill>
                  <a:srgbClr val="ffffff"/>
                </a:solidFill>
                <a:latin typeface="Microsoft YaHei"/>
                <a:ea typeface="Microsoft YaHei"/>
              </a:rPr>
              <a:t>01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5" name="StarryXStyle-toc-pill-1"/>
          <p:cNvSpPr/>
          <p:nvPr/>
        </p:nvSpPr>
        <p:spPr>
          <a:xfrm>
            <a:off x="7380000" y="730080"/>
            <a:ext cx="3798360" cy="538200"/>
          </a:xfrm>
          <a:prstGeom prst="rect">
            <a:avLst/>
          </a:prstGeom>
          <a:solidFill>
            <a:srgbClr val="0078b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1550" spc="-1" strike="noStrike">
                <a:solidFill>
                  <a:srgbClr val="ffffff"/>
                </a:solidFill>
                <a:latin typeface="Microsoft YaHei"/>
                <a:ea typeface="Microsoft YaHei"/>
              </a:rPr>
              <a:t>项目概况</a:t>
            </a:r>
            <a:endParaRPr b="0" lang="en-US" sz="15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6" name="StarryXStyle-toc-num-2"/>
          <p:cNvSpPr/>
          <p:nvPr/>
        </p:nvSpPr>
        <p:spPr>
          <a:xfrm>
            <a:off x="6599880" y="1604880"/>
            <a:ext cx="588240" cy="388080"/>
          </a:xfrm>
          <a:prstGeom prst="roundRect">
            <a:avLst>
              <a:gd name="adj" fmla="val 16667"/>
            </a:avLst>
          </a:prstGeom>
          <a:solidFill>
            <a:srgbClr val="0078b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en-US" sz="1300" spc="-1" strike="noStrike">
                <a:solidFill>
                  <a:srgbClr val="ffffff"/>
                </a:solidFill>
                <a:latin typeface="Microsoft YaHei"/>
                <a:ea typeface="Microsoft YaHei"/>
              </a:rPr>
              <a:t>02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7" name="StarryXStyle-toc-pill-2"/>
          <p:cNvSpPr/>
          <p:nvPr/>
        </p:nvSpPr>
        <p:spPr>
          <a:xfrm>
            <a:off x="7380000" y="1519920"/>
            <a:ext cx="3798360" cy="538200"/>
          </a:xfrm>
          <a:prstGeom prst="rect">
            <a:avLst/>
          </a:prstGeom>
          <a:solidFill>
            <a:srgbClr val="0078b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1550" spc="-1" strike="noStrike">
                <a:solidFill>
                  <a:srgbClr val="ffffff"/>
                </a:solidFill>
                <a:latin typeface="Microsoft YaHei"/>
                <a:ea typeface="Microsoft YaHei"/>
              </a:rPr>
              <a:t>成果展示</a:t>
            </a:r>
            <a:endParaRPr b="0" lang="en-US" sz="15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8" name="StarryXStyle-toc-num-3"/>
          <p:cNvSpPr/>
          <p:nvPr/>
        </p:nvSpPr>
        <p:spPr>
          <a:xfrm>
            <a:off x="6599880" y="2395080"/>
            <a:ext cx="588240" cy="388080"/>
          </a:xfrm>
          <a:prstGeom prst="roundRect">
            <a:avLst>
              <a:gd name="adj" fmla="val 16667"/>
            </a:avLst>
          </a:prstGeom>
          <a:solidFill>
            <a:srgbClr val="0078b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en-US" sz="1300" spc="-1" strike="noStrike">
                <a:solidFill>
                  <a:srgbClr val="ffffff"/>
                </a:solidFill>
                <a:latin typeface="Microsoft YaHei"/>
                <a:ea typeface="Microsoft YaHei"/>
              </a:rPr>
              <a:t>03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9" name="StarryXStyle-toc-pill-3"/>
          <p:cNvSpPr/>
          <p:nvPr/>
        </p:nvSpPr>
        <p:spPr>
          <a:xfrm>
            <a:off x="7380000" y="2310120"/>
            <a:ext cx="3798360" cy="538200"/>
          </a:xfrm>
          <a:prstGeom prst="rect">
            <a:avLst/>
          </a:prstGeom>
          <a:solidFill>
            <a:srgbClr val="0078b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1550" spc="-1" strike="noStrike">
                <a:solidFill>
                  <a:srgbClr val="ffffff"/>
                </a:solidFill>
                <a:latin typeface="Microsoft YaHei"/>
                <a:ea typeface="Microsoft YaHei"/>
              </a:rPr>
              <a:t>架构与兼容路径</a:t>
            </a:r>
            <a:endParaRPr b="0" lang="en-US" sz="15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0" name="StarryXStyle-toc-num-4"/>
          <p:cNvSpPr/>
          <p:nvPr/>
        </p:nvSpPr>
        <p:spPr>
          <a:xfrm>
            <a:off x="6599880" y="3184920"/>
            <a:ext cx="588240" cy="388080"/>
          </a:xfrm>
          <a:prstGeom prst="roundRect">
            <a:avLst>
              <a:gd name="adj" fmla="val 16667"/>
            </a:avLst>
          </a:prstGeom>
          <a:solidFill>
            <a:srgbClr val="0078b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en-US" sz="1300" spc="-1" strike="noStrike">
                <a:solidFill>
                  <a:srgbClr val="ffffff"/>
                </a:solidFill>
                <a:latin typeface="Microsoft YaHei"/>
                <a:ea typeface="Microsoft YaHei"/>
              </a:rPr>
              <a:t>04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1" name="StarryXStyle-toc-pill-4"/>
          <p:cNvSpPr/>
          <p:nvPr/>
        </p:nvSpPr>
        <p:spPr>
          <a:xfrm>
            <a:off x="7380000" y="3099960"/>
            <a:ext cx="3798360" cy="538200"/>
          </a:xfrm>
          <a:prstGeom prst="rect">
            <a:avLst/>
          </a:prstGeom>
          <a:solidFill>
            <a:srgbClr val="0078b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1550" spc="-1" strike="noStrike">
                <a:solidFill>
                  <a:srgbClr val="ffffff"/>
                </a:solidFill>
                <a:latin typeface="Microsoft YaHei"/>
                <a:ea typeface="Microsoft YaHei"/>
              </a:rPr>
              <a:t>内存与进程</a:t>
            </a:r>
            <a:endParaRPr b="0" lang="en-US" sz="15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2" name="StarryXStyle-toc-num-5"/>
          <p:cNvSpPr/>
          <p:nvPr/>
        </p:nvSpPr>
        <p:spPr>
          <a:xfrm>
            <a:off x="6599880" y="3975120"/>
            <a:ext cx="588240" cy="388080"/>
          </a:xfrm>
          <a:prstGeom prst="roundRect">
            <a:avLst>
              <a:gd name="adj" fmla="val 16667"/>
            </a:avLst>
          </a:prstGeom>
          <a:solidFill>
            <a:srgbClr val="0078b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en-US" sz="1300" spc="-1" strike="noStrike">
                <a:solidFill>
                  <a:srgbClr val="ffffff"/>
                </a:solidFill>
                <a:latin typeface="Microsoft YaHei"/>
                <a:ea typeface="Microsoft YaHei"/>
              </a:rPr>
              <a:t>05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3" name="StarryXStyle-toc-pill-5"/>
          <p:cNvSpPr/>
          <p:nvPr/>
        </p:nvSpPr>
        <p:spPr>
          <a:xfrm>
            <a:off x="7380000" y="3890160"/>
            <a:ext cx="3798360" cy="538200"/>
          </a:xfrm>
          <a:prstGeom prst="rect">
            <a:avLst/>
          </a:prstGeom>
          <a:solidFill>
            <a:srgbClr val="0078b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1550" spc="-1" strike="noStrike">
                <a:solidFill>
                  <a:srgbClr val="ffffff"/>
                </a:solidFill>
                <a:latin typeface="Microsoft YaHei"/>
                <a:ea typeface="Microsoft YaHei"/>
              </a:rPr>
              <a:t>文件系统与 </a:t>
            </a:r>
            <a:r>
              <a:rPr b="1" lang="en-US" sz="1550" spc="-1" strike="noStrike">
                <a:solidFill>
                  <a:srgbClr val="ffffff"/>
                </a:solidFill>
                <a:latin typeface="Microsoft YaHei"/>
                <a:ea typeface="Microsoft YaHei"/>
              </a:rPr>
              <a:t>IPC</a:t>
            </a:r>
            <a:endParaRPr b="0" lang="en-US" sz="15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4" name="StarryXStyle-toc-num-6"/>
          <p:cNvSpPr/>
          <p:nvPr/>
        </p:nvSpPr>
        <p:spPr>
          <a:xfrm>
            <a:off x="6599880" y="4764960"/>
            <a:ext cx="588240" cy="388080"/>
          </a:xfrm>
          <a:prstGeom prst="roundRect">
            <a:avLst>
              <a:gd name="adj" fmla="val 16667"/>
            </a:avLst>
          </a:prstGeom>
          <a:solidFill>
            <a:srgbClr val="0078b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en-US" sz="1300" spc="-1" strike="noStrike">
                <a:solidFill>
                  <a:srgbClr val="ffffff"/>
                </a:solidFill>
                <a:latin typeface="Microsoft YaHei"/>
                <a:ea typeface="Microsoft YaHei"/>
              </a:rPr>
              <a:t>06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5" name="StarryXStyle-toc-pill-6"/>
          <p:cNvSpPr/>
          <p:nvPr/>
        </p:nvSpPr>
        <p:spPr>
          <a:xfrm>
            <a:off x="7380000" y="4680000"/>
            <a:ext cx="3798360" cy="538200"/>
          </a:xfrm>
          <a:prstGeom prst="rect">
            <a:avLst/>
          </a:prstGeom>
          <a:solidFill>
            <a:srgbClr val="0078b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1550" spc="-1" strike="noStrike">
                <a:solidFill>
                  <a:srgbClr val="ffffff"/>
                </a:solidFill>
                <a:latin typeface="Microsoft YaHei"/>
                <a:ea typeface="Microsoft YaHei"/>
              </a:rPr>
              <a:t>网络与多架构</a:t>
            </a:r>
            <a:endParaRPr b="0" lang="en-US" sz="155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StarryXTransition-bg"/>
          <p:cNvSpPr/>
          <p:nvPr/>
        </p:nvSpPr>
        <p:spPr>
          <a:xfrm>
            <a:off x="0" y="0"/>
            <a:ext cx="12190320" cy="6856200"/>
          </a:xfrm>
          <a:prstGeom prst="rect">
            <a:avLst/>
          </a:prstGeom>
          <a:solidFill>
            <a:srgbClr val="f2f2f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7" name="StarryXTransition-blue-band"/>
          <p:cNvSpPr/>
          <p:nvPr/>
        </p:nvSpPr>
        <p:spPr>
          <a:xfrm>
            <a:off x="0" y="0"/>
            <a:ext cx="12190320" cy="3735720"/>
          </a:xfrm>
          <a:prstGeom prst="rect">
            <a:avLst/>
          </a:prstGeom>
          <a:solidFill>
            <a:srgbClr val="0078b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8" name="StarryXTransition-blue-shadow"/>
          <p:cNvSpPr/>
          <p:nvPr/>
        </p:nvSpPr>
        <p:spPr>
          <a:xfrm>
            <a:off x="0" y="3669120"/>
            <a:ext cx="12190320" cy="26280"/>
          </a:xfrm>
          <a:prstGeom prst="rect">
            <a:avLst/>
          </a:prstGeom>
          <a:solidFill>
            <a:srgbClr val="00649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16920" bIns="-16920" anchor="t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139" name="StarryXTransition-cscc-logo" descr=""/>
          <p:cNvPicPr/>
          <p:nvPr/>
        </p:nvPicPr>
        <p:blipFill>
          <a:blip r:embed="rId1"/>
          <a:stretch/>
        </p:blipFill>
        <p:spPr>
          <a:xfrm>
            <a:off x="97560" y="219600"/>
            <a:ext cx="2948760" cy="608400"/>
          </a:xfrm>
          <a:prstGeom prst="rect">
            <a:avLst/>
          </a:prstGeom>
          <a:ln w="0">
            <a:noFill/>
          </a:ln>
        </p:spPr>
      </p:pic>
      <p:pic>
        <p:nvPicPr>
          <p:cNvPr id="140" name="StarryXTransition-hzdu-logo" descr=""/>
          <p:cNvPicPr/>
          <p:nvPr/>
        </p:nvPicPr>
        <p:blipFill>
          <a:blip r:embed="rId2"/>
          <a:stretch/>
        </p:blipFill>
        <p:spPr>
          <a:xfrm>
            <a:off x="8558640" y="102960"/>
            <a:ext cx="3546000" cy="828000"/>
          </a:xfrm>
          <a:prstGeom prst="rect">
            <a:avLst/>
          </a:prstGeom>
          <a:ln w="0">
            <a:noFill/>
          </a:ln>
        </p:spPr>
      </p:pic>
      <p:sp>
        <p:nvSpPr>
          <p:cNvPr id="141" name="StarryXTransition-part-hex"/>
          <p:cNvSpPr/>
          <p:nvPr/>
        </p:nvSpPr>
        <p:spPr>
          <a:xfrm>
            <a:off x="5157360" y="2983320"/>
            <a:ext cx="1875600" cy="1541880"/>
          </a:xfrm>
          <a:prstGeom prst="hexagon">
            <a:avLst>
              <a:gd name="adj" fmla="val 25000"/>
              <a:gd name="vf" fmla="val 115470"/>
            </a:avLst>
          </a:prstGeom>
          <a:solidFill>
            <a:srgbClr val="9ec7f1"/>
          </a:solidFill>
          <a:ln w="2200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2" name="StarryXTransition-part-text"/>
          <p:cNvSpPr/>
          <p:nvPr/>
        </p:nvSpPr>
        <p:spPr>
          <a:xfrm>
            <a:off x="5157360" y="3633120"/>
            <a:ext cx="1875600" cy="378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ct val="100000"/>
              </a:lnSpc>
            </a:pPr>
            <a:r>
              <a:rPr b="1" lang="en-US" sz="1700" spc="-1" strike="noStrike">
                <a:solidFill>
                  <a:srgbClr val="0078bd"/>
                </a:solidFill>
                <a:latin typeface="Microsoft YaHei"/>
                <a:ea typeface="Microsoft YaHei"/>
              </a:rPr>
              <a:t>Part.01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3" name="StarryXTransition-title"/>
          <p:cNvSpPr/>
          <p:nvPr/>
        </p:nvSpPr>
        <p:spPr>
          <a:xfrm>
            <a:off x="1219320" y="4526280"/>
            <a:ext cx="9751680" cy="102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4200" spc="-1" strike="noStrike">
                <a:solidFill>
                  <a:srgbClr val="0078bd"/>
                </a:solidFill>
                <a:latin typeface="Microsoft YaHei"/>
                <a:ea typeface="Microsoft YaHei"/>
              </a:rPr>
              <a:t>项目概况</a:t>
            </a:r>
            <a:endParaRPr b="0" lang="en-US" sz="4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rect 52"/>
          <p:cNvSpPr/>
          <p:nvPr/>
        </p:nvSpPr>
        <p:spPr>
          <a:xfrm>
            <a:off x="1800" y="0"/>
            <a:ext cx="12188520" cy="6856200"/>
          </a:xfrm>
          <a:prstGeom prst="rect">
            <a:avLst/>
          </a:prstGeom>
          <a:solidFill>
            <a:srgbClr val="f2f2f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 defTabSz="914400">
              <a:lnSpc>
                <a:spcPct val="100000"/>
              </a:lnSpc>
            </a:pPr>
            <a:endParaRPr b="0" lang="en-US" sz="12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145" name="Title"/>
          <p:cNvSpPr/>
          <p:nvPr/>
        </p:nvSpPr>
        <p:spPr>
          <a:xfrm>
            <a:off x="650160" y="1187280"/>
            <a:ext cx="4198320" cy="432720"/>
          </a:xfrm>
          <a:prstGeom prst="rect">
            <a:avLst/>
          </a:prstGeom>
          <a:noFill/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1" lang="zh-CN" sz="2250" spc="-1" strike="noStrike">
                <a:solidFill>
                  <a:srgbClr val="0078bd"/>
                </a:solidFill>
                <a:latin typeface="Microsoft YaHei"/>
                <a:ea typeface="Microsoft YaHei"/>
              </a:rPr>
              <a:t>项目概况</a:t>
            </a:r>
            <a:endParaRPr b="0" lang="en-US" sz="2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6" name="Body"/>
          <p:cNvSpPr/>
          <p:nvPr/>
        </p:nvSpPr>
        <p:spPr>
          <a:xfrm>
            <a:off x="1260000" y="1980000"/>
            <a:ext cx="4258800" cy="4120920"/>
          </a:xfrm>
          <a:prstGeom prst="roundRect">
            <a:avLst>
              <a:gd name="adj" fmla="val 16667"/>
            </a:avLst>
          </a:prstGeom>
          <a:noFill/>
          <a:ln w="12700">
            <a:solidFill>
              <a:srgbClr val="4472c4"/>
            </a:solidFill>
            <a:prstDash val="dash"/>
            <a:miter/>
          </a:ln>
        </p:spPr>
        <p:style>
          <a:lnRef idx="0">
            <a:schemeClr val="accent1"/>
          </a:lnRef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343080" indent="-34308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en-US" sz="1700" spc="-1" strike="noStrike">
                <a:solidFill>
                  <a:schemeClr val="dk1"/>
                </a:solidFill>
                <a:latin typeface="Microsoft YaHei"/>
                <a:ea typeface="Microsoft YaHei"/>
              </a:rPr>
              <a:t>OrayS </a:t>
            </a:r>
            <a:r>
              <a:rPr b="0" lang="zh-CN" sz="1700" spc="-1" strike="noStrike">
                <a:solidFill>
                  <a:schemeClr val="dk1"/>
                </a:solidFill>
                <a:latin typeface="Microsoft YaHei"/>
                <a:ea typeface="Microsoft YaHei"/>
              </a:rPr>
              <a:t>基于 </a:t>
            </a:r>
            <a:r>
              <a:rPr b="0" lang="en-US" sz="1700" spc="-1" strike="noStrike">
                <a:solidFill>
                  <a:schemeClr val="dk1"/>
                </a:solidFill>
                <a:latin typeface="Microsoft YaHei"/>
                <a:ea typeface="Microsoft YaHei"/>
              </a:rPr>
              <a:t>ArceOS</a:t>
            </a:r>
            <a:r>
              <a:rPr b="0" lang="zh-CN" sz="1700" spc="-1" strike="noStrike">
                <a:solidFill>
                  <a:schemeClr val="dk1"/>
                </a:solidFill>
                <a:latin typeface="Microsoft YaHei"/>
                <a:ea typeface="Microsoft YaHei"/>
              </a:rPr>
              <a:t>，面向 </a:t>
            </a:r>
            <a:r>
              <a:rPr b="0" lang="en-US" sz="1700" spc="-1" strike="noStrike">
                <a:solidFill>
                  <a:schemeClr val="dk1"/>
                </a:solidFill>
                <a:latin typeface="Microsoft YaHei"/>
                <a:ea typeface="Microsoft YaHei"/>
              </a:rPr>
              <a:t>OSKernel 2026 </a:t>
            </a:r>
            <a:r>
              <a:rPr b="0" lang="zh-CN" sz="1700" spc="-1" strike="noStrike">
                <a:solidFill>
                  <a:schemeClr val="dk1"/>
                </a:solidFill>
                <a:latin typeface="Microsoft YaHei"/>
                <a:ea typeface="Microsoft YaHei"/>
              </a:rPr>
              <a:t>评测场景扩展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zh-CN" sz="1700" spc="-1" strike="noStrike">
                <a:solidFill>
                  <a:schemeClr val="dk1"/>
                </a:solidFill>
                <a:latin typeface="Microsoft YaHei"/>
                <a:ea typeface="Microsoft YaHei"/>
              </a:rPr>
              <a:t>原始 </a:t>
            </a:r>
            <a:r>
              <a:rPr b="0" lang="en-US" sz="1700" spc="-1" strike="noStrike">
                <a:solidFill>
                  <a:schemeClr val="dk1"/>
                </a:solidFill>
                <a:latin typeface="Microsoft YaHei"/>
                <a:ea typeface="Microsoft YaHei"/>
              </a:rPr>
              <a:t>ArceOS </a:t>
            </a:r>
            <a:r>
              <a:rPr b="0" lang="zh-CN" sz="1700" spc="-1" strike="noStrike">
                <a:solidFill>
                  <a:schemeClr val="dk1"/>
                </a:solidFill>
                <a:latin typeface="Microsoft YaHei"/>
                <a:ea typeface="Microsoft YaHei"/>
              </a:rPr>
              <a:t>擅长组件化和多架构，比赛需要进一步运行 </a:t>
            </a:r>
            <a:r>
              <a:rPr b="0" lang="en-US" sz="1700" spc="-1" strike="noStrike">
                <a:solidFill>
                  <a:schemeClr val="dk1"/>
                </a:solidFill>
                <a:latin typeface="Microsoft YaHei"/>
                <a:ea typeface="Microsoft YaHei"/>
              </a:rPr>
              <a:t>Linux </a:t>
            </a:r>
            <a:r>
              <a:rPr b="0" lang="zh-CN" sz="1700" spc="-1" strike="noStrike">
                <a:solidFill>
                  <a:schemeClr val="dk1"/>
                </a:solidFill>
                <a:latin typeface="Microsoft YaHei"/>
                <a:ea typeface="Microsoft YaHei"/>
              </a:rPr>
              <a:t>用户程序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zh-CN" sz="1700" spc="-1" strike="noStrike">
                <a:solidFill>
                  <a:schemeClr val="dk1"/>
                </a:solidFill>
                <a:latin typeface="Microsoft YaHei"/>
                <a:ea typeface="Microsoft YaHei"/>
              </a:rPr>
              <a:t>我们补齐 </a:t>
            </a:r>
            <a:r>
              <a:rPr b="0" lang="en-US" sz="1700" spc="-1" strike="noStrike">
                <a:solidFill>
                  <a:schemeClr val="dk1"/>
                </a:solidFill>
                <a:latin typeface="Microsoft YaHei"/>
                <a:ea typeface="Microsoft YaHei"/>
              </a:rPr>
              <a:t>ELF </a:t>
            </a:r>
            <a:r>
              <a:rPr b="0" lang="zh-CN" sz="1700" spc="-1" strike="noStrike">
                <a:solidFill>
                  <a:schemeClr val="dk1"/>
                </a:solidFill>
                <a:latin typeface="Microsoft YaHei"/>
                <a:ea typeface="Microsoft YaHei"/>
              </a:rPr>
              <a:t>加载、</a:t>
            </a:r>
            <a:r>
              <a:rPr b="0" lang="en-US" sz="1700" spc="-1" strike="noStrike">
                <a:solidFill>
                  <a:schemeClr val="dk1"/>
                </a:solidFill>
                <a:latin typeface="Microsoft YaHei"/>
                <a:ea typeface="Microsoft YaHei"/>
              </a:rPr>
              <a:t>syscall</a:t>
            </a:r>
            <a:r>
              <a:rPr b="0" lang="zh-CN" sz="1700" spc="-1" strike="noStrike">
                <a:solidFill>
                  <a:schemeClr val="dk1"/>
                </a:solidFill>
                <a:latin typeface="Microsoft YaHei"/>
                <a:ea typeface="Microsoft YaHei"/>
              </a:rPr>
              <a:t>、进程、</a:t>
            </a:r>
            <a:r>
              <a:rPr b="0" lang="en-US" sz="1700" spc="-1" strike="noStrike">
                <a:solidFill>
                  <a:schemeClr val="dk1"/>
                </a:solidFill>
                <a:latin typeface="Microsoft YaHei"/>
                <a:ea typeface="Microsoft YaHei"/>
              </a:rPr>
              <a:t>FD</a:t>
            </a:r>
            <a:r>
              <a:rPr b="0" lang="zh-CN" sz="1700" spc="-1" strike="noStrike">
                <a:solidFill>
                  <a:schemeClr val="dk1"/>
                </a:solidFill>
                <a:latin typeface="Microsoft YaHei"/>
                <a:ea typeface="Microsoft YaHei"/>
              </a:rPr>
              <a:t>、</a:t>
            </a:r>
            <a:r>
              <a:rPr b="0" lang="en-US" sz="1700" spc="-1" strike="noStrike">
                <a:solidFill>
                  <a:schemeClr val="dk1"/>
                </a:solidFill>
                <a:latin typeface="Microsoft YaHei"/>
                <a:ea typeface="Microsoft YaHei"/>
              </a:rPr>
              <a:t>mmap</a:t>
            </a:r>
            <a:r>
              <a:rPr b="0" lang="zh-CN" sz="1700" spc="-1" strike="noStrike">
                <a:solidFill>
                  <a:schemeClr val="dk1"/>
                </a:solidFill>
                <a:latin typeface="Microsoft YaHei"/>
                <a:ea typeface="Microsoft YaHei"/>
              </a:rPr>
              <a:t>、信号、</a:t>
            </a:r>
            <a:r>
              <a:rPr b="0" lang="en-US" sz="1700" spc="-1" strike="noStrike">
                <a:solidFill>
                  <a:schemeClr val="dk1"/>
                </a:solidFill>
                <a:latin typeface="Microsoft YaHei"/>
                <a:ea typeface="Microsoft YaHei"/>
              </a:rPr>
              <a:t>IPC </a:t>
            </a:r>
            <a:r>
              <a:rPr b="0" lang="zh-CN" sz="1700" spc="-1" strike="noStrike">
                <a:solidFill>
                  <a:schemeClr val="dk1"/>
                </a:solidFill>
                <a:latin typeface="Microsoft YaHei"/>
                <a:ea typeface="Microsoft YaHei"/>
              </a:rPr>
              <a:t>和 </a:t>
            </a:r>
            <a:r>
              <a:rPr b="0" lang="en-US" sz="1700" spc="-1" strike="noStrike">
                <a:solidFill>
                  <a:schemeClr val="dk1"/>
                </a:solidFill>
                <a:latin typeface="Microsoft YaHei"/>
                <a:ea typeface="Microsoft YaHei"/>
              </a:rPr>
              <a:t>socket </a:t>
            </a:r>
            <a:r>
              <a:rPr b="0" lang="zh-CN" sz="1700" spc="-1" strike="noStrike">
                <a:solidFill>
                  <a:schemeClr val="dk1"/>
                </a:solidFill>
                <a:latin typeface="Microsoft YaHei"/>
                <a:ea typeface="Microsoft YaHei"/>
              </a:rPr>
              <a:t>等关键路径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zh-CN" sz="1700" spc="-1" strike="noStrike">
                <a:solidFill>
                  <a:schemeClr val="dk1"/>
                </a:solidFill>
                <a:latin typeface="Microsoft YaHei"/>
                <a:ea typeface="Microsoft YaHei"/>
              </a:rPr>
              <a:t>重点维护 </a:t>
            </a:r>
            <a:r>
              <a:rPr b="0" lang="en-US" sz="1700" spc="-1" strike="noStrike">
                <a:solidFill>
                  <a:schemeClr val="dk1"/>
                </a:solidFill>
                <a:latin typeface="Microsoft YaHei"/>
                <a:ea typeface="Microsoft YaHei"/>
              </a:rPr>
              <a:t>RISC-V64 </a:t>
            </a:r>
            <a:r>
              <a:rPr b="0" lang="zh-CN" sz="1700" spc="-1" strike="noStrike">
                <a:solidFill>
                  <a:schemeClr val="dk1"/>
                </a:solidFill>
                <a:latin typeface="Microsoft YaHei"/>
                <a:ea typeface="Microsoft YaHei"/>
              </a:rPr>
              <a:t>与 </a:t>
            </a:r>
            <a:r>
              <a:rPr b="0" lang="en-US" sz="1700" spc="-1" strike="noStrike">
                <a:solidFill>
                  <a:schemeClr val="dk1"/>
                </a:solidFill>
                <a:latin typeface="Microsoft YaHei"/>
                <a:ea typeface="Microsoft YaHei"/>
              </a:rPr>
              <a:t>LoongArch64</a:t>
            </a:r>
            <a:r>
              <a:rPr b="0" lang="zh-CN" sz="1700" spc="-1" strike="noStrike">
                <a:solidFill>
                  <a:schemeClr val="dk1"/>
                </a:solidFill>
                <a:latin typeface="Microsoft YaHei"/>
                <a:ea typeface="Microsoft YaHei"/>
              </a:rPr>
              <a:t>，打通本地和远程评测链路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zh-CN" sz="1700" spc="-1" strike="noStrike">
                <a:solidFill>
                  <a:schemeClr val="dk1"/>
                </a:solidFill>
                <a:latin typeface="Microsoft YaHei"/>
                <a:ea typeface="Microsoft YaHei"/>
              </a:rPr>
              <a:t>目标：让 </a:t>
            </a:r>
            <a:r>
              <a:rPr b="0" lang="en-US" sz="1700" spc="-1" strike="noStrike">
                <a:solidFill>
                  <a:schemeClr val="dk1"/>
                </a:solidFill>
                <a:latin typeface="Microsoft YaHei"/>
                <a:ea typeface="Microsoft YaHei"/>
              </a:rPr>
              <a:t>Linux </a:t>
            </a:r>
            <a:r>
              <a:rPr b="0" lang="zh-CN" sz="1700" spc="-1" strike="noStrike">
                <a:solidFill>
                  <a:schemeClr val="dk1"/>
                </a:solidFill>
                <a:latin typeface="Microsoft YaHei"/>
                <a:ea typeface="Microsoft YaHei"/>
              </a:rPr>
              <a:t>程序不是“启动一下”，而是能按可见语义持续运行和被验证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47" name="orays-01-overall-architecture.png" descr=""/>
          <p:cNvPicPr/>
          <p:nvPr/>
        </p:nvPicPr>
        <p:blipFill>
          <a:blip r:embed="rId1"/>
          <a:stretch/>
        </p:blipFill>
        <p:spPr>
          <a:xfrm>
            <a:off x="6256080" y="1875960"/>
            <a:ext cx="4479480" cy="4417920"/>
          </a:xfrm>
          <a:prstGeom prst="rect">
            <a:avLst/>
          </a:prstGeom>
          <a:ln w="0">
            <a:noFill/>
          </a:ln>
        </p:spPr>
      </p:pic>
      <p:sp>
        <p:nvSpPr>
          <p:cNvPr id="148" name="Caption"/>
          <p:cNvSpPr/>
          <p:nvPr/>
        </p:nvSpPr>
        <p:spPr>
          <a:xfrm>
            <a:off x="6572160" y="6295680"/>
            <a:ext cx="3816720" cy="219240"/>
          </a:xfrm>
          <a:prstGeom prst="rect">
            <a:avLst/>
          </a:prstGeom>
          <a:noFill/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850" spc="-1" strike="noStrike">
                <a:solidFill>
                  <a:schemeClr val="dk1"/>
                </a:solidFill>
                <a:latin typeface="Microsoft YaHei"/>
                <a:ea typeface="Microsoft YaHei"/>
              </a:rPr>
              <a:t>OrayS </a:t>
            </a:r>
            <a:r>
              <a:rPr b="0" lang="zh-CN" sz="850" spc="-1" strike="noStrike">
                <a:solidFill>
                  <a:schemeClr val="dk1"/>
                </a:solidFill>
                <a:latin typeface="Microsoft YaHei"/>
                <a:ea typeface="Microsoft YaHei"/>
              </a:rPr>
              <a:t>从用户态评测入口到 </a:t>
            </a:r>
            <a:r>
              <a:rPr b="0" lang="en-US" sz="850" spc="-1" strike="noStrike">
                <a:solidFill>
                  <a:schemeClr val="dk1"/>
                </a:solidFill>
                <a:latin typeface="Microsoft YaHei"/>
                <a:ea typeface="Microsoft YaHei"/>
              </a:rPr>
              <a:t>Linux ABI</a:t>
            </a:r>
            <a:r>
              <a:rPr b="0" lang="zh-CN" sz="850" spc="-1" strike="noStrike">
                <a:solidFill>
                  <a:schemeClr val="dk1"/>
                </a:solidFill>
                <a:latin typeface="Microsoft YaHei"/>
                <a:ea typeface="Microsoft YaHei"/>
              </a:rPr>
              <a:t>、内核模块和平台 </a:t>
            </a:r>
            <a:r>
              <a:rPr b="0" lang="en-US" sz="850" spc="-1" strike="noStrike">
                <a:solidFill>
                  <a:schemeClr val="dk1"/>
                </a:solidFill>
                <a:latin typeface="Microsoft YaHei"/>
                <a:ea typeface="Microsoft YaHei"/>
              </a:rPr>
              <a:t>HAL </a:t>
            </a:r>
            <a:r>
              <a:rPr b="0" lang="zh-CN" sz="850" spc="-1" strike="noStrike">
                <a:solidFill>
                  <a:schemeClr val="dk1"/>
                </a:solidFill>
                <a:latin typeface="Microsoft YaHei"/>
                <a:ea typeface="Microsoft YaHei"/>
              </a:rPr>
              <a:t>的整体路径</a:t>
            </a:r>
            <a:endParaRPr b="0" lang="en-US" sz="85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49" name="StarryXStyle-header-logo" descr=""/>
          <p:cNvPicPr/>
          <p:nvPr/>
        </p:nvPicPr>
        <p:blipFill>
          <a:blip r:embed="rId2"/>
          <a:stretch/>
        </p:blipFill>
        <p:spPr>
          <a:xfrm>
            <a:off x="150120" y="119880"/>
            <a:ext cx="2548080" cy="608040"/>
          </a:xfrm>
          <a:prstGeom prst="rect">
            <a:avLst/>
          </a:prstGeom>
          <a:ln w="0">
            <a:noFill/>
          </a:ln>
        </p:spPr>
      </p:pic>
      <p:sp>
        <p:nvSpPr>
          <p:cNvPr id="150" name="StarryXStyle-nav-active"/>
          <p:cNvSpPr/>
          <p:nvPr/>
        </p:nvSpPr>
        <p:spPr>
          <a:xfrm>
            <a:off x="4299840" y="0"/>
            <a:ext cx="1082880" cy="708120"/>
          </a:xfrm>
          <a:prstGeom prst="rect">
            <a:avLst/>
          </a:prstGeom>
          <a:solidFill>
            <a:srgbClr val="0078b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1" name="StarryXStyle-nav-1"/>
          <p:cNvSpPr/>
          <p:nvPr/>
        </p:nvSpPr>
        <p:spPr>
          <a:xfrm>
            <a:off x="4299840" y="190080"/>
            <a:ext cx="1082880" cy="25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980" spc="-1" strike="noStrike">
                <a:solidFill>
                  <a:srgbClr val="ffffff"/>
                </a:solidFill>
                <a:latin typeface="Microsoft YaHei"/>
                <a:ea typeface="Microsoft YaHei"/>
              </a:rPr>
              <a:t>项目概况</a:t>
            </a:r>
            <a:endParaRPr b="0" lang="en-US" sz="9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2" name="StarryXStyle-nav-2"/>
          <p:cNvSpPr/>
          <p:nvPr/>
        </p:nvSpPr>
        <p:spPr>
          <a:xfrm>
            <a:off x="5384520" y="245160"/>
            <a:ext cx="1082880" cy="25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ct val="100000"/>
              </a:lnSpc>
            </a:pPr>
            <a:r>
              <a:rPr b="0" lang="zh-CN" sz="980" spc="-1" strike="noStrike">
                <a:solidFill>
                  <a:srgbClr val="555555"/>
                </a:solidFill>
                <a:latin typeface="Microsoft YaHei"/>
                <a:ea typeface="Microsoft YaHei"/>
              </a:rPr>
              <a:t>成果展示</a:t>
            </a:r>
            <a:endParaRPr b="0" lang="en-US" sz="9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3" name="StarryXStyle-nav-3"/>
          <p:cNvSpPr/>
          <p:nvPr/>
        </p:nvSpPr>
        <p:spPr>
          <a:xfrm>
            <a:off x="6469200" y="245160"/>
            <a:ext cx="1082880" cy="25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ct val="100000"/>
              </a:lnSpc>
            </a:pPr>
            <a:r>
              <a:rPr b="0" lang="zh-CN" sz="980" spc="-1" strike="noStrike">
                <a:solidFill>
                  <a:srgbClr val="555555"/>
                </a:solidFill>
                <a:latin typeface="Microsoft YaHei"/>
                <a:ea typeface="Microsoft YaHei"/>
              </a:rPr>
              <a:t>架构兼容</a:t>
            </a:r>
            <a:endParaRPr b="0" lang="en-US" sz="9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4" name="StarryXStyle-nav-4"/>
          <p:cNvSpPr/>
          <p:nvPr/>
        </p:nvSpPr>
        <p:spPr>
          <a:xfrm>
            <a:off x="7553880" y="245160"/>
            <a:ext cx="1082880" cy="25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ct val="100000"/>
              </a:lnSpc>
            </a:pPr>
            <a:r>
              <a:rPr b="0" lang="zh-CN" sz="980" spc="-1" strike="noStrike">
                <a:solidFill>
                  <a:srgbClr val="555555"/>
                </a:solidFill>
                <a:latin typeface="Microsoft YaHei"/>
                <a:ea typeface="Microsoft YaHei"/>
              </a:rPr>
              <a:t>内存进程</a:t>
            </a:r>
            <a:endParaRPr b="0" lang="en-US" sz="9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5" name="StarryXStyle-nav-5"/>
          <p:cNvSpPr/>
          <p:nvPr/>
        </p:nvSpPr>
        <p:spPr>
          <a:xfrm>
            <a:off x="8638200" y="245160"/>
            <a:ext cx="1082880" cy="25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ct val="100000"/>
              </a:lnSpc>
            </a:pPr>
            <a:r>
              <a:rPr b="0" lang="zh-CN" sz="980" spc="-1" strike="noStrike">
                <a:solidFill>
                  <a:srgbClr val="555555"/>
                </a:solidFill>
                <a:latin typeface="Microsoft YaHei"/>
                <a:ea typeface="Microsoft YaHei"/>
              </a:rPr>
              <a:t>文件</a:t>
            </a:r>
            <a:r>
              <a:rPr b="0" lang="en-US" sz="980" spc="-1" strike="noStrike">
                <a:solidFill>
                  <a:srgbClr val="555555"/>
                </a:solidFill>
                <a:latin typeface="Microsoft YaHei"/>
                <a:ea typeface="Microsoft YaHei"/>
              </a:rPr>
              <a:t>IPC</a:t>
            </a:r>
            <a:endParaRPr b="0" lang="en-US" sz="9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6" name="StarryXStyle-nav-6"/>
          <p:cNvSpPr/>
          <p:nvPr/>
        </p:nvSpPr>
        <p:spPr>
          <a:xfrm>
            <a:off x="9722880" y="245160"/>
            <a:ext cx="1082880" cy="25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ct val="100000"/>
              </a:lnSpc>
            </a:pPr>
            <a:r>
              <a:rPr b="0" lang="zh-CN" sz="980" spc="-1" strike="noStrike">
                <a:solidFill>
                  <a:srgbClr val="555555"/>
                </a:solidFill>
                <a:latin typeface="Microsoft YaHei"/>
                <a:ea typeface="Microsoft YaHei"/>
              </a:rPr>
              <a:t>网络多架构</a:t>
            </a:r>
            <a:endParaRPr b="0" lang="en-US" sz="9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7" name="StarryXStyle-nav-7"/>
          <p:cNvSpPr/>
          <p:nvPr/>
        </p:nvSpPr>
        <p:spPr>
          <a:xfrm>
            <a:off x="10807560" y="245160"/>
            <a:ext cx="1082880" cy="25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ct val="100000"/>
              </a:lnSpc>
            </a:pPr>
            <a:r>
              <a:rPr b="0" lang="zh-CN" sz="980" spc="-1" strike="noStrike">
                <a:solidFill>
                  <a:srgbClr val="555555"/>
                </a:solidFill>
                <a:latin typeface="Microsoft YaHei"/>
                <a:ea typeface="Microsoft YaHei"/>
              </a:rPr>
              <a:t>总结展望</a:t>
            </a:r>
            <a:endParaRPr b="0" lang="en-US" sz="9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8" name="StarryXStyle-title-marker"/>
          <p:cNvSpPr/>
          <p:nvPr/>
        </p:nvSpPr>
        <p:spPr>
          <a:xfrm>
            <a:off x="529920" y="1239840"/>
            <a:ext cx="1681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ct val="100000"/>
              </a:lnSpc>
            </a:pPr>
            <a:r>
              <a:rPr b="1" lang="en-US" sz="1350" spc="-1" strike="noStrike">
                <a:solidFill>
                  <a:srgbClr val="111111"/>
                </a:solidFill>
                <a:latin typeface="Microsoft YaHei"/>
                <a:ea typeface="Microsoft YaHei"/>
              </a:rPr>
              <a:t>&gt;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StarryXTransition-bg"/>
          <p:cNvSpPr/>
          <p:nvPr/>
        </p:nvSpPr>
        <p:spPr>
          <a:xfrm>
            <a:off x="0" y="0"/>
            <a:ext cx="12190320" cy="6856200"/>
          </a:xfrm>
          <a:prstGeom prst="rect">
            <a:avLst/>
          </a:prstGeom>
          <a:solidFill>
            <a:srgbClr val="f2f2f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0" name="StarryXTransition-blue-band"/>
          <p:cNvSpPr/>
          <p:nvPr/>
        </p:nvSpPr>
        <p:spPr>
          <a:xfrm>
            <a:off x="0" y="0"/>
            <a:ext cx="12190320" cy="3735720"/>
          </a:xfrm>
          <a:prstGeom prst="rect">
            <a:avLst/>
          </a:prstGeom>
          <a:solidFill>
            <a:srgbClr val="0078b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1" name="StarryXTransition-blue-shadow"/>
          <p:cNvSpPr/>
          <p:nvPr/>
        </p:nvSpPr>
        <p:spPr>
          <a:xfrm>
            <a:off x="0" y="3669120"/>
            <a:ext cx="12190320" cy="26280"/>
          </a:xfrm>
          <a:prstGeom prst="rect">
            <a:avLst/>
          </a:prstGeom>
          <a:solidFill>
            <a:srgbClr val="00649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16920" bIns="-16920" anchor="t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162" name="StarryXTransition-cscc-logo" descr=""/>
          <p:cNvPicPr/>
          <p:nvPr/>
        </p:nvPicPr>
        <p:blipFill>
          <a:blip r:embed="rId1"/>
          <a:stretch/>
        </p:blipFill>
        <p:spPr>
          <a:xfrm>
            <a:off x="97560" y="219600"/>
            <a:ext cx="2948760" cy="608400"/>
          </a:xfrm>
          <a:prstGeom prst="rect">
            <a:avLst/>
          </a:prstGeom>
          <a:ln w="0">
            <a:noFill/>
          </a:ln>
        </p:spPr>
      </p:pic>
      <p:pic>
        <p:nvPicPr>
          <p:cNvPr id="163" name="StarryXTransition-hzdu-logo" descr=""/>
          <p:cNvPicPr/>
          <p:nvPr/>
        </p:nvPicPr>
        <p:blipFill>
          <a:blip r:embed="rId2"/>
          <a:stretch/>
        </p:blipFill>
        <p:spPr>
          <a:xfrm>
            <a:off x="8558640" y="102960"/>
            <a:ext cx="3546000" cy="828000"/>
          </a:xfrm>
          <a:prstGeom prst="rect">
            <a:avLst/>
          </a:prstGeom>
          <a:ln w="0">
            <a:noFill/>
          </a:ln>
        </p:spPr>
      </p:pic>
      <p:sp>
        <p:nvSpPr>
          <p:cNvPr id="164" name="StarryXTransition-part-hex"/>
          <p:cNvSpPr/>
          <p:nvPr/>
        </p:nvSpPr>
        <p:spPr>
          <a:xfrm>
            <a:off x="5157360" y="2983320"/>
            <a:ext cx="1875600" cy="1541880"/>
          </a:xfrm>
          <a:prstGeom prst="hexagon">
            <a:avLst>
              <a:gd name="adj" fmla="val 25000"/>
              <a:gd name="vf" fmla="val 115470"/>
            </a:avLst>
          </a:prstGeom>
          <a:solidFill>
            <a:srgbClr val="9ec7f1"/>
          </a:solidFill>
          <a:ln w="2200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5" name="StarryXTransition-part-text"/>
          <p:cNvSpPr/>
          <p:nvPr/>
        </p:nvSpPr>
        <p:spPr>
          <a:xfrm>
            <a:off x="5157360" y="3633120"/>
            <a:ext cx="1875600" cy="378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ct val="100000"/>
              </a:lnSpc>
            </a:pPr>
            <a:r>
              <a:rPr b="1" lang="en-US" sz="1700" spc="-1" strike="noStrike">
                <a:solidFill>
                  <a:srgbClr val="0078bd"/>
                </a:solidFill>
                <a:latin typeface="Microsoft YaHei"/>
                <a:ea typeface="Microsoft YaHei"/>
              </a:rPr>
              <a:t>Part.02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6" name="StarryXTransition-title"/>
          <p:cNvSpPr/>
          <p:nvPr/>
        </p:nvSpPr>
        <p:spPr>
          <a:xfrm>
            <a:off x="1219320" y="4526280"/>
            <a:ext cx="9751680" cy="102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4200" spc="-1" strike="noStrike">
                <a:solidFill>
                  <a:srgbClr val="0078bd"/>
                </a:solidFill>
                <a:latin typeface="Microsoft YaHei"/>
                <a:ea typeface="Microsoft YaHei"/>
              </a:rPr>
              <a:t>成果展示</a:t>
            </a:r>
            <a:endParaRPr b="0" lang="en-US" sz="4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rect 52"/>
          <p:cNvSpPr/>
          <p:nvPr/>
        </p:nvSpPr>
        <p:spPr>
          <a:xfrm>
            <a:off x="1800" y="0"/>
            <a:ext cx="12188520" cy="6856200"/>
          </a:xfrm>
          <a:prstGeom prst="rect">
            <a:avLst/>
          </a:prstGeom>
          <a:solidFill>
            <a:srgbClr val="f2f2f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 defTabSz="914400">
              <a:lnSpc>
                <a:spcPct val="100000"/>
              </a:lnSpc>
            </a:pPr>
            <a:endParaRPr b="0" lang="en-US" sz="12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168" name="Title"/>
          <p:cNvSpPr/>
          <p:nvPr/>
        </p:nvSpPr>
        <p:spPr>
          <a:xfrm>
            <a:off x="650160" y="1187280"/>
            <a:ext cx="10197360" cy="432720"/>
          </a:xfrm>
          <a:prstGeom prst="rect">
            <a:avLst/>
          </a:prstGeom>
          <a:noFill/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1" lang="zh-CN" sz="2250" spc="-1" strike="noStrike">
                <a:solidFill>
                  <a:srgbClr val="0078bd"/>
                </a:solidFill>
                <a:latin typeface="Microsoft YaHei"/>
                <a:ea typeface="Microsoft YaHei"/>
              </a:rPr>
              <a:t>成果展示</a:t>
            </a:r>
            <a:endParaRPr b="0" lang="en-US" sz="2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9" name="Body"/>
          <p:cNvSpPr/>
          <p:nvPr/>
        </p:nvSpPr>
        <p:spPr>
          <a:xfrm>
            <a:off x="1234440" y="2340000"/>
            <a:ext cx="9774360" cy="2640600"/>
          </a:xfrm>
          <a:prstGeom prst="roundRect">
            <a:avLst>
              <a:gd name="adj" fmla="val 16667"/>
            </a:avLst>
          </a:prstGeom>
          <a:noFill/>
          <a:ln w="12700">
            <a:solidFill>
              <a:srgbClr val="4472c4"/>
            </a:solidFill>
            <a:prstDash val="dash"/>
            <a:miter/>
          </a:ln>
        </p:spPr>
        <p:style>
          <a:lnRef idx="0">
            <a:schemeClr val="accent1"/>
          </a:lnRef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zh-CN" sz="1879" spc="-1" strike="noStrike">
                <a:solidFill>
                  <a:schemeClr val="dk1"/>
                </a:solidFill>
                <a:latin typeface="Microsoft YaHei"/>
                <a:ea typeface="Microsoft YaHei"/>
              </a:rPr>
              <a:t>从 </a:t>
            </a:r>
            <a:r>
              <a:rPr b="0" lang="en-US" sz="1879" spc="-1" strike="noStrike">
                <a:solidFill>
                  <a:schemeClr val="dk1"/>
                </a:solidFill>
                <a:latin typeface="Microsoft YaHei"/>
                <a:ea typeface="Microsoft YaHei"/>
              </a:rPr>
              <a:t>ArceOS </a:t>
            </a:r>
            <a:r>
              <a:rPr b="0" lang="zh-CN" sz="1879" spc="-1" strike="noStrike">
                <a:solidFill>
                  <a:schemeClr val="dk1"/>
                </a:solidFill>
                <a:latin typeface="Microsoft YaHei"/>
                <a:ea typeface="Microsoft YaHei"/>
              </a:rPr>
              <a:t>到 </a:t>
            </a:r>
            <a:r>
              <a:rPr b="0" lang="en-US" sz="1879" spc="-1" strike="noStrike">
                <a:solidFill>
                  <a:schemeClr val="dk1"/>
                </a:solidFill>
                <a:latin typeface="Microsoft YaHei"/>
                <a:ea typeface="Microsoft YaHei"/>
              </a:rPr>
              <a:t>OrayS</a:t>
            </a:r>
            <a:endParaRPr b="0" lang="en-US" sz="1879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zh-CN" sz="1879" spc="-1" strike="noStrike">
                <a:solidFill>
                  <a:schemeClr val="dk1"/>
                </a:solidFill>
                <a:latin typeface="Microsoft YaHei"/>
                <a:ea typeface="Microsoft YaHei"/>
              </a:rPr>
              <a:t>保留组件化、多架构、可裁剪的内核基座</a:t>
            </a:r>
            <a:endParaRPr b="0" lang="en-US" sz="1879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zh-CN" sz="1879" spc="-1" strike="noStrike">
                <a:solidFill>
                  <a:schemeClr val="dk1"/>
                </a:solidFill>
                <a:latin typeface="Microsoft YaHei"/>
                <a:ea typeface="Microsoft YaHei"/>
              </a:rPr>
              <a:t>补齐 </a:t>
            </a:r>
            <a:r>
              <a:rPr b="0" lang="en-US" sz="1879" spc="-1" strike="noStrike">
                <a:solidFill>
                  <a:schemeClr val="dk1"/>
                </a:solidFill>
                <a:latin typeface="Microsoft YaHei"/>
                <a:ea typeface="Microsoft YaHei"/>
              </a:rPr>
              <a:t>Linux </a:t>
            </a:r>
            <a:r>
              <a:rPr b="0" lang="zh-CN" sz="1879" spc="-1" strike="noStrike">
                <a:solidFill>
                  <a:schemeClr val="dk1"/>
                </a:solidFill>
                <a:latin typeface="Microsoft YaHei"/>
                <a:ea typeface="Microsoft YaHei"/>
              </a:rPr>
              <a:t>用户程序运行所需的 </a:t>
            </a:r>
            <a:r>
              <a:rPr b="0" lang="en-US" sz="1879" spc="-1" strike="noStrike">
                <a:solidFill>
                  <a:schemeClr val="dk1"/>
                </a:solidFill>
                <a:latin typeface="Microsoft YaHei"/>
                <a:ea typeface="Microsoft YaHei"/>
              </a:rPr>
              <a:t>ABI </a:t>
            </a:r>
            <a:r>
              <a:rPr b="0" lang="zh-CN" sz="1879" spc="-1" strike="noStrike">
                <a:solidFill>
                  <a:schemeClr val="dk1"/>
                </a:solidFill>
                <a:latin typeface="Microsoft YaHei"/>
                <a:ea typeface="Microsoft YaHei"/>
              </a:rPr>
              <a:t>环境</a:t>
            </a:r>
            <a:endParaRPr b="0" lang="en-US" sz="1879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zh-CN" sz="1879" spc="-1" strike="noStrike">
                <a:solidFill>
                  <a:schemeClr val="dk1"/>
                </a:solidFill>
                <a:latin typeface="Microsoft YaHei"/>
                <a:ea typeface="Microsoft YaHei"/>
              </a:rPr>
              <a:t>打通 </a:t>
            </a:r>
            <a:r>
              <a:rPr b="0" lang="en-US" sz="1879" spc="-1" strike="noStrike">
                <a:solidFill>
                  <a:schemeClr val="dk1"/>
                </a:solidFill>
                <a:latin typeface="Microsoft YaHei"/>
                <a:ea typeface="Microsoft YaHei"/>
              </a:rPr>
              <a:t>RV64 / LA64 </a:t>
            </a:r>
            <a:r>
              <a:rPr b="0" lang="zh-CN" sz="1879" spc="-1" strike="noStrike">
                <a:solidFill>
                  <a:schemeClr val="dk1"/>
                </a:solidFill>
                <a:latin typeface="Microsoft YaHei"/>
                <a:ea typeface="Microsoft YaHei"/>
              </a:rPr>
              <a:t>的构建、运行和评测链路</a:t>
            </a:r>
            <a:endParaRPr b="0" lang="en-US" sz="1879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zh-CN" sz="1879" spc="-1" strike="noStrike">
                <a:solidFill>
                  <a:schemeClr val="dk1"/>
                </a:solidFill>
                <a:latin typeface="Microsoft YaHei"/>
                <a:ea typeface="Microsoft YaHei"/>
              </a:rPr>
              <a:t>核心工作量</a:t>
            </a:r>
            <a:endParaRPr b="0" lang="en-US" sz="1879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en-US" sz="1879" spc="-1" strike="noStrike">
                <a:solidFill>
                  <a:schemeClr val="dk1"/>
                </a:solidFill>
                <a:latin typeface="Microsoft YaHei"/>
                <a:ea typeface="Microsoft YaHei"/>
              </a:rPr>
              <a:t>Linux ABI </a:t>
            </a:r>
            <a:r>
              <a:rPr b="0" lang="zh-CN" sz="1879" spc="-1" strike="noStrike">
                <a:solidFill>
                  <a:schemeClr val="dk1"/>
                </a:solidFill>
                <a:latin typeface="Microsoft YaHei"/>
                <a:ea typeface="Microsoft YaHei"/>
              </a:rPr>
              <a:t>主体约 </a:t>
            </a:r>
            <a:r>
              <a:rPr b="0" lang="en-US" sz="1879" spc="-1" strike="noStrike">
                <a:solidFill>
                  <a:schemeClr val="dk1"/>
                </a:solidFill>
                <a:latin typeface="Microsoft YaHei"/>
                <a:ea typeface="Microsoft YaHei"/>
              </a:rPr>
              <a:t>3.7 </a:t>
            </a:r>
            <a:r>
              <a:rPr b="0" lang="zh-CN" sz="1879" spc="-1" strike="noStrike">
                <a:solidFill>
                  <a:schemeClr val="dk1"/>
                </a:solidFill>
                <a:latin typeface="Microsoft YaHei"/>
                <a:ea typeface="Microsoft YaHei"/>
              </a:rPr>
              <a:t>万行，覆盖 </a:t>
            </a:r>
            <a:r>
              <a:rPr b="0" lang="en-US" sz="1879" spc="-1" strike="noStrike">
                <a:solidFill>
                  <a:schemeClr val="dk1"/>
                </a:solidFill>
                <a:latin typeface="Microsoft YaHei"/>
                <a:ea typeface="Microsoft YaHei"/>
              </a:rPr>
              <a:t>30 </a:t>
            </a:r>
            <a:r>
              <a:rPr b="0" lang="zh-CN" sz="1879" spc="-1" strike="noStrike">
                <a:solidFill>
                  <a:schemeClr val="dk1"/>
                </a:solidFill>
                <a:latin typeface="Microsoft YaHei"/>
                <a:ea typeface="Microsoft YaHei"/>
              </a:rPr>
              <a:t>个 </a:t>
            </a:r>
            <a:r>
              <a:rPr b="0" lang="en-US" sz="1879" spc="-1" strike="noStrike">
                <a:solidFill>
                  <a:schemeClr val="dk1"/>
                </a:solidFill>
                <a:latin typeface="Microsoft YaHei"/>
                <a:ea typeface="Microsoft YaHei"/>
              </a:rPr>
              <a:t>uspace Rust </a:t>
            </a:r>
            <a:r>
              <a:rPr b="0" lang="zh-CN" sz="1879" spc="-1" strike="noStrike">
                <a:solidFill>
                  <a:schemeClr val="dk1"/>
                </a:solidFill>
                <a:latin typeface="Microsoft YaHei"/>
                <a:ea typeface="Microsoft YaHei"/>
              </a:rPr>
              <a:t>模块</a:t>
            </a:r>
            <a:endParaRPr b="0" lang="en-US" sz="1879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en-US" sz="1879" spc="-1" strike="noStrike">
                <a:solidFill>
                  <a:schemeClr val="dk1"/>
                </a:solidFill>
                <a:latin typeface="Microsoft YaHei"/>
                <a:ea typeface="Microsoft YaHei"/>
              </a:rPr>
              <a:t>syscall dispatch </a:t>
            </a:r>
            <a:r>
              <a:rPr b="0" lang="zh-CN" sz="1879" spc="-1" strike="noStrike">
                <a:solidFill>
                  <a:schemeClr val="dk1"/>
                </a:solidFill>
                <a:latin typeface="Microsoft YaHei"/>
                <a:ea typeface="Microsoft YaHei"/>
              </a:rPr>
              <a:t>覆盖 </a:t>
            </a:r>
            <a:r>
              <a:rPr b="0" lang="en-US" sz="1879" spc="-1" strike="noStrike">
                <a:solidFill>
                  <a:schemeClr val="dk1"/>
                </a:solidFill>
                <a:latin typeface="Microsoft YaHei"/>
                <a:ea typeface="Microsoft YaHei"/>
              </a:rPr>
              <a:t>231 </a:t>
            </a:r>
            <a:r>
              <a:rPr b="0" lang="zh-CN" sz="1879" spc="-1" strike="noStrike">
                <a:solidFill>
                  <a:schemeClr val="dk1"/>
                </a:solidFill>
                <a:latin typeface="Microsoft YaHei"/>
                <a:ea typeface="Microsoft YaHei"/>
              </a:rPr>
              <a:t>个 </a:t>
            </a:r>
            <a:r>
              <a:rPr b="0" lang="en-US" sz="1879" spc="-1" strike="noStrike">
                <a:solidFill>
                  <a:schemeClr val="dk1"/>
                </a:solidFill>
                <a:latin typeface="Microsoft YaHei"/>
                <a:ea typeface="Microsoft YaHei"/>
              </a:rPr>
              <a:t>Linux syscall </a:t>
            </a:r>
            <a:r>
              <a:rPr b="0" lang="zh-CN" sz="1879" spc="-1" strike="noStrike">
                <a:solidFill>
                  <a:schemeClr val="dk1"/>
                </a:solidFill>
                <a:latin typeface="Microsoft YaHei"/>
                <a:ea typeface="Microsoft YaHei"/>
              </a:rPr>
              <a:t>入口</a:t>
            </a:r>
            <a:endParaRPr b="0" lang="en-US" sz="1879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zh-CN" sz="1879" spc="-1" strike="noStrike">
                <a:solidFill>
                  <a:schemeClr val="dk1"/>
                </a:solidFill>
                <a:latin typeface="Microsoft YaHei"/>
                <a:ea typeface="Microsoft YaHei"/>
              </a:rPr>
              <a:t>支持进程、内存、</a:t>
            </a:r>
            <a:r>
              <a:rPr b="0" lang="en-US" sz="1879" spc="-1" strike="noStrike">
                <a:solidFill>
                  <a:schemeClr val="dk1"/>
                </a:solidFill>
                <a:latin typeface="Microsoft YaHei"/>
                <a:ea typeface="Microsoft YaHei"/>
              </a:rPr>
              <a:t>FD</a:t>
            </a:r>
            <a:r>
              <a:rPr b="0" lang="zh-CN" sz="1879" spc="-1" strike="noStrike">
                <a:solidFill>
                  <a:schemeClr val="dk1"/>
                </a:solidFill>
                <a:latin typeface="Microsoft YaHei"/>
                <a:ea typeface="Microsoft YaHei"/>
              </a:rPr>
              <a:t>、信号、</a:t>
            </a:r>
            <a:r>
              <a:rPr b="0" lang="en-US" sz="1879" spc="-1" strike="noStrike">
                <a:solidFill>
                  <a:schemeClr val="dk1"/>
                </a:solidFill>
                <a:latin typeface="Microsoft YaHei"/>
                <a:ea typeface="Microsoft YaHei"/>
              </a:rPr>
              <a:t>IPC</a:t>
            </a:r>
            <a:r>
              <a:rPr b="0" lang="zh-CN" sz="1879" spc="-1" strike="noStrike">
                <a:solidFill>
                  <a:schemeClr val="dk1"/>
                </a:solidFill>
                <a:latin typeface="Microsoft YaHei"/>
                <a:ea typeface="Microsoft YaHei"/>
              </a:rPr>
              <a:t>、</a:t>
            </a:r>
            <a:r>
              <a:rPr b="0" lang="en-US" sz="1879" spc="-1" strike="noStrike">
                <a:solidFill>
                  <a:schemeClr val="dk1"/>
                </a:solidFill>
                <a:latin typeface="Microsoft YaHei"/>
                <a:ea typeface="Microsoft YaHei"/>
              </a:rPr>
              <a:t>socket </a:t>
            </a:r>
            <a:r>
              <a:rPr b="0" lang="zh-CN" sz="1879" spc="-1" strike="noStrike">
                <a:solidFill>
                  <a:schemeClr val="dk1"/>
                </a:solidFill>
                <a:latin typeface="Microsoft YaHei"/>
                <a:ea typeface="Microsoft YaHei"/>
              </a:rPr>
              <a:t>等关键路径</a:t>
            </a:r>
            <a:endParaRPr b="0" lang="en-US" sz="1879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0" name="文本框 1"/>
          <p:cNvSpPr/>
          <p:nvPr/>
        </p:nvSpPr>
        <p:spPr>
          <a:xfrm>
            <a:off x="5967720" y="2856240"/>
            <a:ext cx="3818520" cy="344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Microsoft YaHei"/>
              <a:ea typeface="Microsoft YaHei"/>
            </a:endParaRPr>
          </a:p>
        </p:txBody>
      </p:sp>
      <p:pic>
        <p:nvPicPr>
          <p:cNvPr id="171" name="StarryXStyle-header-logo" descr=""/>
          <p:cNvPicPr/>
          <p:nvPr/>
        </p:nvPicPr>
        <p:blipFill>
          <a:blip r:embed="rId1"/>
          <a:stretch/>
        </p:blipFill>
        <p:spPr>
          <a:xfrm>
            <a:off x="150120" y="119880"/>
            <a:ext cx="2548080" cy="608040"/>
          </a:xfrm>
          <a:prstGeom prst="rect">
            <a:avLst/>
          </a:prstGeom>
          <a:ln w="0">
            <a:noFill/>
          </a:ln>
        </p:spPr>
      </p:pic>
      <p:sp>
        <p:nvSpPr>
          <p:cNvPr id="172" name="StarryXStyle-nav-active"/>
          <p:cNvSpPr/>
          <p:nvPr/>
        </p:nvSpPr>
        <p:spPr>
          <a:xfrm>
            <a:off x="5384520" y="0"/>
            <a:ext cx="1082880" cy="708120"/>
          </a:xfrm>
          <a:prstGeom prst="rect">
            <a:avLst/>
          </a:prstGeom>
          <a:solidFill>
            <a:srgbClr val="0078b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3" name="StarryXStyle-nav-1"/>
          <p:cNvSpPr/>
          <p:nvPr/>
        </p:nvSpPr>
        <p:spPr>
          <a:xfrm>
            <a:off x="4299840" y="245160"/>
            <a:ext cx="1082880" cy="25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ct val="100000"/>
              </a:lnSpc>
            </a:pPr>
            <a:r>
              <a:rPr b="0" lang="zh-CN" sz="980" spc="-1" strike="noStrike">
                <a:solidFill>
                  <a:srgbClr val="555555"/>
                </a:solidFill>
                <a:latin typeface="Microsoft YaHei"/>
                <a:ea typeface="Microsoft YaHei"/>
              </a:rPr>
              <a:t>项目概况</a:t>
            </a:r>
            <a:endParaRPr b="0" lang="en-US" sz="9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4" name="StarryXStyle-nav-2"/>
          <p:cNvSpPr/>
          <p:nvPr/>
        </p:nvSpPr>
        <p:spPr>
          <a:xfrm>
            <a:off x="5384520" y="190080"/>
            <a:ext cx="1082880" cy="25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980" spc="-1" strike="noStrike">
                <a:solidFill>
                  <a:srgbClr val="ffffff"/>
                </a:solidFill>
                <a:latin typeface="Microsoft YaHei"/>
                <a:ea typeface="Microsoft YaHei"/>
              </a:rPr>
              <a:t>成果展示</a:t>
            </a:r>
            <a:endParaRPr b="0" lang="en-US" sz="9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5" name="StarryXStyle-nav-3"/>
          <p:cNvSpPr/>
          <p:nvPr/>
        </p:nvSpPr>
        <p:spPr>
          <a:xfrm>
            <a:off x="6469200" y="245160"/>
            <a:ext cx="1082880" cy="25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ct val="100000"/>
              </a:lnSpc>
            </a:pPr>
            <a:r>
              <a:rPr b="0" lang="zh-CN" sz="980" spc="-1" strike="noStrike">
                <a:solidFill>
                  <a:srgbClr val="555555"/>
                </a:solidFill>
                <a:latin typeface="Microsoft YaHei"/>
                <a:ea typeface="Microsoft YaHei"/>
              </a:rPr>
              <a:t>架构兼容</a:t>
            </a:r>
            <a:endParaRPr b="0" lang="en-US" sz="9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6" name="StarryXStyle-nav-4"/>
          <p:cNvSpPr/>
          <p:nvPr/>
        </p:nvSpPr>
        <p:spPr>
          <a:xfrm>
            <a:off x="7553880" y="245160"/>
            <a:ext cx="1082880" cy="25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ct val="100000"/>
              </a:lnSpc>
            </a:pPr>
            <a:r>
              <a:rPr b="0" lang="zh-CN" sz="980" spc="-1" strike="noStrike">
                <a:solidFill>
                  <a:srgbClr val="555555"/>
                </a:solidFill>
                <a:latin typeface="Microsoft YaHei"/>
                <a:ea typeface="Microsoft YaHei"/>
              </a:rPr>
              <a:t>内存进程</a:t>
            </a:r>
            <a:endParaRPr b="0" lang="en-US" sz="9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7" name="StarryXStyle-nav-5"/>
          <p:cNvSpPr/>
          <p:nvPr/>
        </p:nvSpPr>
        <p:spPr>
          <a:xfrm>
            <a:off x="8638200" y="245160"/>
            <a:ext cx="1082880" cy="25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ct val="100000"/>
              </a:lnSpc>
            </a:pPr>
            <a:r>
              <a:rPr b="0" lang="zh-CN" sz="980" spc="-1" strike="noStrike">
                <a:solidFill>
                  <a:srgbClr val="555555"/>
                </a:solidFill>
                <a:latin typeface="Microsoft YaHei"/>
                <a:ea typeface="Microsoft YaHei"/>
              </a:rPr>
              <a:t>文件</a:t>
            </a:r>
            <a:r>
              <a:rPr b="0" lang="en-US" sz="980" spc="-1" strike="noStrike">
                <a:solidFill>
                  <a:srgbClr val="555555"/>
                </a:solidFill>
                <a:latin typeface="Microsoft YaHei"/>
                <a:ea typeface="Microsoft YaHei"/>
              </a:rPr>
              <a:t>IPC</a:t>
            </a:r>
            <a:endParaRPr b="0" lang="en-US" sz="9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8" name="StarryXStyle-nav-6"/>
          <p:cNvSpPr/>
          <p:nvPr/>
        </p:nvSpPr>
        <p:spPr>
          <a:xfrm>
            <a:off x="9722880" y="245160"/>
            <a:ext cx="1082880" cy="25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ct val="100000"/>
              </a:lnSpc>
            </a:pPr>
            <a:r>
              <a:rPr b="0" lang="zh-CN" sz="980" spc="-1" strike="noStrike">
                <a:solidFill>
                  <a:srgbClr val="555555"/>
                </a:solidFill>
                <a:latin typeface="Microsoft YaHei"/>
                <a:ea typeface="Microsoft YaHei"/>
              </a:rPr>
              <a:t>网络多架构</a:t>
            </a:r>
            <a:endParaRPr b="0" lang="en-US" sz="9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9" name="StarryXStyle-nav-7"/>
          <p:cNvSpPr/>
          <p:nvPr/>
        </p:nvSpPr>
        <p:spPr>
          <a:xfrm>
            <a:off x="10807560" y="245160"/>
            <a:ext cx="1082880" cy="25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ct val="100000"/>
              </a:lnSpc>
            </a:pPr>
            <a:r>
              <a:rPr b="0" lang="zh-CN" sz="980" spc="-1" strike="noStrike">
                <a:solidFill>
                  <a:srgbClr val="555555"/>
                </a:solidFill>
                <a:latin typeface="Microsoft YaHei"/>
                <a:ea typeface="Microsoft YaHei"/>
              </a:rPr>
              <a:t>总结展望</a:t>
            </a:r>
            <a:endParaRPr b="0" lang="en-US" sz="9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0" name="StarryXStyle-title-marker"/>
          <p:cNvSpPr/>
          <p:nvPr/>
        </p:nvSpPr>
        <p:spPr>
          <a:xfrm>
            <a:off x="529920" y="1239840"/>
            <a:ext cx="1681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ct val="100000"/>
              </a:lnSpc>
            </a:pPr>
            <a:r>
              <a:rPr b="1" lang="en-US" sz="1350" spc="-1" strike="noStrike">
                <a:solidFill>
                  <a:srgbClr val="111111"/>
                </a:solidFill>
                <a:latin typeface="Microsoft YaHei"/>
                <a:ea typeface="Microsoft YaHei"/>
              </a:rPr>
              <a:t>&gt;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StarryXTransition-bg"/>
          <p:cNvSpPr/>
          <p:nvPr/>
        </p:nvSpPr>
        <p:spPr>
          <a:xfrm>
            <a:off x="0" y="0"/>
            <a:ext cx="12190320" cy="6856200"/>
          </a:xfrm>
          <a:prstGeom prst="rect">
            <a:avLst/>
          </a:prstGeom>
          <a:solidFill>
            <a:srgbClr val="f2f2f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2" name="StarryXTransition-blue-band"/>
          <p:cNvSpPr/>
          <p:nvPr/>
        </p:nvSpPr>
        <p:spPr>
          <a:xfrm>
            <a:off x="0" y="0"/>
            <a:ext cx="12190320" cy="3735720"/>
          </a:xfrm>
          <a:prstGeom prst="rect">
            <a:avLst/>
          </a:prstGeom>
          <a:solidFill>
            <a:srgbClr val="0078b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3" name="StarryXTransition-blue-shadow"/>
          <p:cNvSpPr/>
          <p:nvPr/>
        </p:nvSpPr>
        <p:spPr>
          <a:xfrm>
            <a:off x="0" y="3669120"/>
            <a:ext cx="12190320" cy="26280"/>
          </a:xfrm>
          <a:prstGeom prst="rect">
            <a:avLst/>
          </a:prstGeom>
          <a:solidFill>
            <a:srgbClr val="00649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16920" bIns="-16920" anchor="t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184" name="StarryXTransition-cscc-logo" descr=""/>
          <p:cNvPicPr/>
          <p:nvPr/>
        </p:nvPicPr>
        <p:blipFill>
          <a:blip r:embed="rId1"/>
          <a:stretch/>
        </p:blipFill>
        <p:spPr>
          <a:xfrm>
            <a:off x="97560" y="219600"/>
            <a:ext cx="2948760" cy="608400"/>
          </a:xfrm>
          <a:prstGeom prst="rect">
            <a:avLst/>
          </a:prstGeom>
          <a:ln w="0">
            <a:noFill/>
          </a:ln>
        </p:spPr>
      </p:pic>
      <p:pic>
        <p:nvPicPr>
          <p:cNvPr id="185" name="StarryXTransition-hzdu-logo" descr=""/>
          <p:cNvPicPr/>
          <p:nvPr/>
        </p:nvPicPr>
        <p:blipFill>
          <a:blip r:embed="rId2"/>
          <a:stretch/>
        </p:blipFill>
        <p:spPr>
          <a:xfrm>
            <a:off x="8558640" y="102960"/>
            <a:ext cx="3546000" cy="828000"/>
          </a:xfrm>
          <a:prstGeom prst="rect">
            <a:avLst/>
          </a:prstGeom>
          <a:ln w="0">
            <a:noFill/>
          </a:ln>
        </p:spPr>
      </p:pic>
      <p:sp>
        <p:nvSpPr>
          <p:cNvPr id="186" name="StarryXTransition-part-hex"/>
          <p:cNvSpPr/>
          <p:nvPr/>
        </p:nvSpPr>
        <p:spPr>
          <a:xfrm>
            <a:off x="5157360" y="2983320"/>
            <a:ext cx="1875600" cy="1541880"/>
          </a:xfrm>
          <a:prstGeom prst="hexagon">
            <a:avLst>
              <a:gd name="adj" fmla="val 25000"/>
              <a:gd name="vf" fmla="val 115470"/>
            </a:avLst>
          </a:prstGeom>
          <a:solidFill>
            <a:srgbClr val="9ec7f1"/>
          </a:solidFill>
          <a:ln w="2200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7" name="StarryXTransition-part-text"/>
          <p:cNvSpPr/>
          <p:nvPr/>
        </p:nvSpPr>
        <p:spPr>
          <a:xfrm>
            <a:off x="5157360" y="3633120"/>
            <a:ext cx="1875600" cy="378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ct val="100000"/>
              </a:lnSpc>
            </a:pPr>
            <a:r>
              <a:rPr b="1" lang="en-US" sz="1700" spc="-1" strike="noStrike">
                <a:solidFill>
                  <a:srgbClr val="0078bd"/>
                </a:solidFill>
                <a:latin typeface="Microsoft YaHei"/>
                <a:ea typeface="Microsoft YaHei"/>
              </a:rPr>
              <a:t>Part.03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8" name="StarryXTransition-title"/>
          <p:cNvSpPr/>
          <p:nvPr/>
        </p:nvSpPr>
        <p:spPr>
          <a:xfrm>
            <a:off x="1219320" y="4526280"/>
            <a:ext cx="9751680" cy="102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4200" spc="-1" strike="noStrike">
                <a:solidFill>
                  <a:srgbClr val="0078bd"/>
                </a:solidFill>
                <a:latin typeface="Microsoft YaHei"/>
                <a:ea typeface="Microsoft YaHei"/>
              </a:rPr>
              <a:t>架构与兼容路径</a:t>
            </a:r>
            <a:endParaRPr b="0" lang="en-US" sz="4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rect 52"/>
          <p:cNvSpPr/>
          <p:nvPr/>
        </p:nvSpPr>
        <p:spPr>
          <a:xfrm>
            <a:off x="1800" y="0"/>
            <a:ext cx="12188520" cy="6856200"/>
          </a:xfrm>
          <a:prstGeom prst="rect">
            <a:avLst/>
          </a:prstGeom>
          <a:solidFill>
            <a:srgbClr val="f2f2f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 defTabSz="914400">
              <a:lnSpc>
                <a:spcPct val="100000"/>
              </a:lnSpc>
            </a:pPr>
            <a:endParaRPr b="0" lang="en-US" sz="12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190" name="Title"/>
          <p:cNvSpPr/>
          <p:nvPr/>
        </p:nvSpPr>
        <p:spPr>
          <a:xfrm>
            <a:off x="650160" y="1187280"/>
            <a:ext cx="10197360" cy="432720"/>
          </a:xfrm>
          <a:prstGeom prst="rect">
            <a:avLst/>
          </a:prstGeom>
          <a:noFill/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1" lang="zh-CN" sz="2250" spc="-1" strike="noStrike">
                <a:solidFill>
                  <a:srgbClr val="0078bd"/>
                </a:solidFill>
                <a:latin typeface="Microsoft YaHei"/>
                <a:ea typeface="Microsoft YaHei"/>
              </a:rPr>
              <a:t>架构与模块化设计</a:t>
            </a:r>
            <a:endParaRPr b="0" lang="en-US" sz="2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1" name="Body"/>
          <p:cNvSpPr/>
          <p:nvPr/>
        </p:nvSpPr>
        <p:spPr>
          <a:xfrm>
            <a:off x="1234440" y="2219400"/>
            <a:ext cx="9774360" cy="2640600"/>
          </a:xfrm>
          <a:prstGeom prst="roundRect">
            <a:avLst>
              <a:gd name="adj" fmla="val 16667"/>
            </a:avLst>
          </a:prstGeom>
          <a:noFill/>
          <a:ln w="12700">
            <a:solidFill>
              <a:srgbClr val="4472c4"/>
            </a:solidFill>
            <a:prstDash val="dash"/>
            <a:miter/>
          </a:ln>
        </p:spPr>
        <p:style>
          <a:lnRef idx="0">
            <a:schemeClr val="accent1"/>
          </a:lnRef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zh-CN" sz="1879" spc="-1" strike="noStrike">
                <a:solidFill>
                  <a:schemeClr val="dk1"/>
                </a:solidFill>
                <a:latin typeface="Microsoft YaHei"/>
                <a:ea typeface="Microsoft YaHei"/>
              </a:rPr>
              <a:t>设计思路</a:t>
            </a:r>
            <a:endParaRPr b="0" lang="en-US" sz="1879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zh-CN" sz="1879" spc="-1" strike="noStrike">
                <a:solidFill>
                  <a:schemeClr val="dk1"/>
                </a:solidFill>
                <a:latin typeface="Microsoft YaHei"/>
                <a:ea typeface="Microsoft YaHei"/>
              </a:rPr>
              <a:t>底层继续使用 </a:t>
            </a:r>
            <a:r>
              <a:rPr b="0" lang="en-US" sz="1879" spc="-1" strike="noStrike">
                <a:solidFill>
                  <a:schemeClr val="dk1"/>
                </a:solidFill>
                <a:latin typeface="Microsoft YaHei"/>
                <a:ea typeface="Microsoft YaHei"/>
              </a:rPr>
              <a:t>ArceOS </a:t>
            </a:r>
            <a:r>
              <a:rPr b="0" lang="zh-CN" sz="1879" spc="-1" strike="noStrike">
                <a:solidFill>
                  <a:schemeClr val="dk1"/>
                </a:solidFill>
                <a:latin typeface="Microsoft YaHei"/>
                <a:ea typeface="Microsoft YaHei"/>
              </a:rPr>
              <a:t>的模块化内核能力</a:t>
            </a:r>
            <a:endParaRPr b="0" lang="en-US" sz="1879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zh-CN" sz="1879" spc="-1" strike="noStrike">
                <a:solidFill>
                  <a:schemeClr val="dk1"/>
                </a:solidFill>
                <a:latin typeface="Microsoft YaHei"/>
                <a:ea typeface="Microsoft YaHei"/>
              </a:rPr>
              <a:t>中间复用内存、任务、</a:t>
            </a:r>
            <a:r>
              <a:rPr b="0" lang="en-US" sz="1879" spc="-1" strike="noStrike">
                <a:solidFill>
                  <a:schemeClr val="dk1"/>
                </a:solidFill>
                <a:latin typeface="Microsoft YaHei"/>
                <a:ea typeface="Microsoft YaHei"/>
              </a:rPr>
              <a:t>VFS</a:t>
            </a:r>
            <a:r>
              <a:rPr b="0" lang="zh-CN" sz="1879" spc="-1" strike="noStrike">
                <a:solidFill>
                  <a:schemeClr val="dk1"/>
                </a:solidFill>
                <a:latin typeface="Microsoft YaHei"/>
                <a:ea typeface="Microsoft YaHei"/>
              </a:rPr>
              <a:t>、网络和驱动模块</a:t>
            </a:r>
            <a:endParaRPr b="0" lang="en-US" sz="1879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zh-CN" sz="1879" spc="-1" strike="noStrike">
                <a:solidFill>
                  <a:schemeClr val="dk1"/>
                </a:solidFill>
                <a:latin typeface="Microsoft YaHei"/>
                <a:ea typeface="Microsoft YaHei"/>
              </a:rPr>
              <a:t>上层单独承载 </a:t>
            </a:r>
            <a:r>
              <a:rPr b="0" lang="en-US" sz="1879" spc="-1" strike="noStrike">
                <a:solidFill>
                  <a:schemeClr val="dk1"/>
                </a:solidFill>
                <a:latin typeface="Microsoft YaHei"/>
                <a:ea typeface="Microsoft YaHei"/>
              </a:rPr>
              <a:t>Linux/POSIX </a:t>
            </a:r>
            <a:r>
              <a:rPr b="0" lang="zh-CN" sz="1879" spc="-1" strike="noStrike">
                <a:solidFill>
                  <a:schemeClr val="dk1"/>
                </a:solidFill>
                <a:latin typeface="Microsoft YaHei"/>
                <a:ea typeface="Microsoft YaHei"/>
              </a:rPr>
              <a:t>兼容语义</a:t>
            </a:r>
            <a:endParaRPr b="0" lang="en-US" sz="1879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zh-CN" sz="1879" spc="-1" strike="noStrike">
                <a:solidFill>
                  <a:schemeClr val="dk1"/>
                </a:solidFill>
                <a:latin typeface="Microsoft YaHei"/>
                <a:ea typeface="Microsoft YaHei"/>
              </a:rPr>
              <a:t>作用</a:t>
            </a:r>
            <a:endParaRPr b="0" lang="en-US" sz="1879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zh-CN" sz="1879" spc="-1" strike="noStrike">
                <a:solidFill>
                  <a:schemeClr val="dk1"/>
                </a:solidFill>
                <a:latin typeface="Microsoft YaHei"/>
                <a:ea typeface="Microsoft YaHei"/>
              </a:rPr>
              <a:t>硬件差异集中在 </a:t>
            </a:r>
            <a:r>
              <a:rPr b="0" lang="en-US" sz="1879" spc="-1" strike="noStrike">
                <a:solidFill>
                  <a:schemeClr val="dk1"/>
                </a:solidFill>
                <a:latin typeface="Microsoft YaHei"/>
                <a:ea typeface="Microsoft YaHei"/>
              </a:rPr>
              <a:t>HAL </a:t>
            </a:r>
            <a:r>
              <a:rPr b="0" lang="zh-CN" sz="1879" spc="-1" strike="noStrike">
                <a:solidFill>
                  <a:schemeClr val="dk1"/>
                </a:solidFill>
                <a:latin typeface="Microsoft YaHei"/>
                <a:ea typeface="Microsoft YaHei"/>
              </a:rPr>
              <a:t>和平台层</a:t>
            </a:r>
            <a:endParaRPr b="0" lang="en-US" sz="1879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1879" spc="-1" strike="noStrike">
                <a:solidFill>
                  <a:schemeClr val="dk1"/>
                </a:solidFill>
                <a:latin typeface="Microsoft YaHei"/>
                <a:ea typeface="Microsoft YaHei"/>
              </a:rPr>
              <a:t>Linux </a:t>
            </a:r>
            <a:r>
              <a:rPr b="0" lang="zh-CN" sz="1879" spc="-1" strike="noStrike">
                <a:solidFill>
                  <a:schemeClr val="dk1"/>
                </a:solidFill>
                <a:latin typeface="Microsoft YaHei"/>
                <a:ea typeface="Microsoft YaHei"/>
              </a:rPr>
              <a:t>语义集中在 </a:t>
            </a:r>
            <a:r>
              <a:rPr b="0" lang="en-US" sz="1879" spc="-1" strike="noStrike">
                <a:solidFill>
                  <a:schemeClr val="dk1"/>
                </a:solidFill>
                <a:latin typeface="Microsoft YaHei"/>
                <a:ea typeface="Microsoft YaHei"/>
              </a:rPr>
              <a:t>ABI </a:t>
            </a:r>
            <a:r>
              <a:rPr b="0" lang="zh-CN" sz="1879" spc="-1" strike="noStrike">
                <a:solidFill>
                  <a:schemeClr val="dk1"/>
                </a:solidFill>
                <a:latin typeface="Microsoft YaHei"/>
                <a:ea typeface="Microsoft YaHei"/>
              </a:rPr>
              <a:t>层</a:t>
            </a:r>
            <a:endParaRPr b="0" lang="en-US" sz="1879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1879" spc="-1" strike="noStrike">
                <a:solidFill>
                  <a:schemeClr val="dk1"/>
                </a:solidFill>
                <a:latin typeface="Microsoft YaHei"/>
                <a:ea typeface="Microsoft YaHei"/>
              </a:rPr>
              <a:t>RV64 / LA64 </a:t>
            </a:r>
            <a:r>
              <a:rPr b="0" lang="zh-CN" sz="1879" spc="-1" strike="noStrike">
                <a:solidFill>
                  <a:schemeClr val="dk1"/>
                </a:solidFill>
                <a:latin typeface="Microsoft YaHei"/>
                <a:ea typeface="Microsoft YaHei"/>
              </a:rPr>
              <a:t>可以共用同一套 </a:t>
            </a:r>
            <a:r>
              <a:rPr b="0" lang="en-US" sz="1879" spc="-1" strike="noStrike">
                <a:solidFill>
                  <a:schemeClr val="dk1"/>
                </a:solidFill>
                <a:latin typeface="Microsoft YaHei"/>
                <a:ea typeface="Microsoft YaHei"/>
              </a:rPr>
              <a:t>syscall</a:t>
            </a:r>
            <a:r>
              <a:rPr b="0" lang="zh-CN" sz="1879" spc="-1" strike="noStrike">
                <a:solidFill>
                  <a:schemeClr val="dk1"/>
                </a:solidFill>
                <a:latin typeface="Microsoft YaHei"/>
                <a:ea typeface="Microsoft YaHei"/>
              </a:rPr>
              <a:t>、进程、</a:t>
            </a:r>
            <a:r>
              <a:rPr b="0" lang="en-US" sz="1879" spc="-1" strike="noStrike">
                <a:solidFill>
                  <a:schemeClr val="dk1"/>
                </a:solidFill>
                <a:latin typeface="Microsoft YaHei"/>
                <a:ea typeface="Microsoft YaHei"/>
              </a:rPr>
              <a:t>FD </a:t>
            </a:r>
            <a:r>
              <a:rPr b="0" lang="zh-CN" sz="1879" spc="-1" strike="noStrike">
                <a:solidFill>
                  <a:schemeClr val="dk1"/>
                </a:solidFill>
                <a:latin typeface="Microsoft YaHei"/>
                <a:ea typeface="Microsoft YaHei"/>
              </a:rPr>
              <a:t>和 </a:t>
            </a:r>
            <a:r>
              <a:rPr b="0" lang="en-US" sz="1879" spc="-1" strike="noStrike">
                <a:solidFill>
                  <a:schemeClr val="dk1"/>
                </a:solidFill>
                <a:latin typeface="Microsoft YaHei"/>
                <a:ea typeface="Microsoft YaHei"/>
              </a:rPr>
              <a:t>mmap </a:t>
            </a:r>
            <a:r>
              <a:rPr b="0" lang="zh-CN" sz="1879" spc="-1" strike="noStrike">
                <a:solidFill>
                  <a:schemeClr val="dk1"/>
                </a:solidFill>
                <a:latin typeface="Microsoft YaHei"/>
                <a:ea typeface="Microsoft YaHei"/>
              </a:rPr>
              <a:t>逻辑</a:t>
            </a:r>
            <a:endParaRPr b="0" lang="en-US" sz="1879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92" name="StarryXStyle-header-logo" descr=""/>
          <p:cNvPicPr/>
          <p:nvPr/>
        </p:nvPicPr>
        <p:blipFill>
          <a:blip r:embed="rId1"/>
          <a:stretch/>
        </p:blipFill>
        <p:spPr>
          <a:xfrm>
            <a:off x="150120" y="119880"/>
            <a:ext cx="2548080" cy="608040"/>
          </a:xfrm>
          <a:prstGeom prst="rect">
            <a:avLst/>
          </a:prstGeom>
          <a:ln w="0">
            <a:noFill/>
          </a:ln>
        </p:spPr>
      </p:pic>
      <p:sp>
        <p:nvSpPr>
          <p:cNvPr id="193" name="StarryXStyle-nav-active"/>
          <p:cNvSpPr/>
          <p:nvPr/>
        </p:nvSpPr>
        <p:spPr>
          <a:xfrm>
            <a:off x="6469200" y="0"/>
            <a:ext cx="1082880" cy="708120"/>
          </a:xfrm>
          <a:prstGeom prst="rect">
            <a:avLst/>
          </a:prstGeom>
          <a:solidFill>
            <a:srgbClr val="0078b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4" name="StarryXStyle-nav-1"/>
          <p:cNvSpPr/>
          <p:nvPr/>
        </p:nvSpPr>
        <p:spPr>
          <a:xfrm>
            <a:off x="4299840" y="245160"/>
            <a:ext cx="1082880" cy="25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ct val="100000"/>
              </a:lnSpc>
            </a:pPr>
            <a:r>
              <a:rPr b="0" lang="zh-CN" sz="980" spc="-1" strike="noStrike">
                <a:solidFill>
                  <a:srgbClr val="555555"/>
                </a:solidFill>
                <a:latin typeface="Microsoft YaHei"/>
                <a:ea typeface="Microsoft YaHei"/>
              </a:rPr>
              <a:t>项目概况</a:t>
            </a:r>
            <a:endParaRPr b="0" lang="en-US" sz="9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5" name="StarryXStyle-nav-2"/>
          <p:cNvSpPr/>
          <p:nvPr/>
        </p:nvSpPr>
        <p:spPr>
          <a:xfrm>
            <a:off x="5384520" y="245160"/>
            <a:ext cx="1082880" cy="25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ct val="100000"/>
              </a:lnSpc>
            </a:pPr>
            <a:r>
              <a:rPr b="0" lang="zh-CN" sz="980" spc="-1" strike="noStrike">
                <a:solidFill>
                  <a:srgbClr val="555555"/>
                </a:solidFill>
                <a:latin typeface="Microsoft YaHei"/>
                <a:ea typeface="Microsoft YaHei"/>
              </a:rPr>
              <a:t>成果展示</a:t>
            </a:r>
            <a:endParaRPr b="0" lang="en-US" sz="9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6" name="StarryXStyle-nav-3"/>
          <p:cNvSpPr/>
          <p:nvPr/>
        </p:nvSpPr>
        <p:spPr>
          <a:xfrm>
            <a:off x="6469200" y="190080"/>
            <a:ext cx="1082880" cy="25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980" spc="-1" strike="noStrike">
                <a:solidFill>
                  <a:srgbClr val="ffffff"/>
                </a:solidFill>
                <a:latin typeface="Microsoft YaHei"/>
                <a:ea typeface="Microsoft YaHei"/>
              </a:rPr>
              <a:t>架构兼容</a:t>
            </a:r>
            <a:endParaRPr b="0" lang="en-US" sz="9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7" name="StarryXStyle-nav-4"/>
          <p:cNvSpPr/>
          <p:nvPr/>
        </p:nvSpPr>
        <p:spPr>
          <a:xfrm>
            <a:off x="7553880" y="245160"/>
            <a:ext cx="1082880" cy="25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ct val="100000"/>
              </a:lnSpc>
            </a:pPr>
            <a:r>
              <a:rPr b="0" lang="zh-CN" sz="980" spc="-1" strike="noStrike">
                <a:solidFill>
                  <a:srgbClr val="555555"/>
                </a:solidFill>
                <a:latin typeface="Microsoft YaHei"/>
                <a:ea typeface="Microsoft YaHei"/>
              </a:rPr>
              <a:t>内存进程</a:t>
            </a:r>
            <a:endParaRPr b="0" lang="en-US" sz="9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8" name="StarryXStyle-nav-5"/>
          <p:cNvSpPr/>
          <p:nvPr/>
        </p:nvSpPr>
        <p:spPr>
          <a:xfrm>
            <a:off x="8638200" y="245160"/>
            <a:ext cx="1082880" cy="25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ct val="100000"/>
              </a:lnSpc>
            </a:pPr>
            <a:r>
              <a:rPr b="0" lang="zh-CN" sz="980" spc="-1" strike="noStrike">
                <a:solidFill>
                  <a:srgbClr val="555555"/>
                </a:solidFill>
                <a:latin typeface="Microsoft YaHei"/>
                <a:ea typeface="Microsoft YaHei"/>
              </a:rPr>
              <a:t>文件</a:t>
            </a:r>
            <a:r>
              <a:rPr b="0" lang="en-US" sz="980" spc="-1" strike="noStrike">
                <a:solidFill>
                  <a:srgbClr val="555555"/>
                </a:solidFill>
                <a:latin typeface="Microsoft YaHei"/>
                <a:ea typeface="Microsoft YaHei"/>
              </a:rPr>
              <a:t>IPC</a:t>
            </a:r>
            <a:endParaRPr b="0" lang="en-US" sz="9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9" name="StarryXStyle-nav-6"/>
          <p:cNvSpPr/>
          <p:nvPr/>
        </p:nvSpPr>
        <p:spPr>
          <a:xfrm>
            <a:off x="9722880" y="245160"/>
            <a:ext cx="1082880" cy="25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ct val="100000"/>
              </a:lnSpc>
            </a:pPr>
            <a:r>
              <a:rPr b="0" lang="zh-CN" sz="980" spc="-1" strike="noStrike">
                <a:solidFill>
                  <a:srgbClr val="555555"/>
                </a:solidFill>
                <a:latin typeface="Microsoft YaHei"/>
                <a:ea typeface="Microsoft YaHei"/>
              </a:rPr>
              <a:t>网络多架构</a:t>
            </a:r>
            <a:endParaRPr b="0" lang="en-US" sz="9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0" name="StarryXStyle-nav-7"/>
          <p:cNvSpPr/>
          <p:nvPr/>
        </p:nvSpPr>
        <p:spPr>
          <a:xfrm>
            <a:off x="10807560" y="245160"/>
            <a:ext cx="1082880" cy="25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ct val="100000"/>
              </a:lnSpc>
            </a:pPr>
            <a:r>
              <a:rPr b="0" lang="zh-CN" sz="980" spc="-1" strike="noStrike">
                <a:solidFill>
                  <a:srgbClr val="555555"/>
                </a:solidFill>
                <a:latin typeface="Microsoft YaHei"/>
                <a:ea typeface="Microsoft YaHei"/>
              </a:rPr>
              <a:t>总结展望</a:t>
            </a:r>
            <a:endParaRPr b="0" lang="en-US" sz="9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1" name="StarryXStyle-title-marker"/>
          <p:cNvSpPr/>
          <p:nvPr/>
        </p:nvSpPr>
        <p:spPr>
          <a:xfrm>
            <a:off x="529920" y="1239840"/>
            <a:ext cx="1681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ct val="100000"/>
              </a:lnSpc>
            </a:pPr>
            <a:r>
              <a:rPr b="1" lang="en-US" sz="1350" spc="-1" strike="noStrike">
                <a:solidFill>
                  <a:srgbClr val="111111"/>
                </a:solidFill>
                <a:latin typeface="Microsoft YaHei"/>
                <a:ea typeface="Microsoft YaHei"/>
              </a:rPr>
              <a:t>&gt;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rect 52"/>
          <p:cNvSpPr/>
          <p:nvPr/>
        </p:nvSpPr>
        <p:spPr>
          <a:xfrm>
            <a:off x="1800" y="0"/>
            <a:ext cx="12188520" cy="6856200"/>
          </a:xfrm>
          <a:prstGeom prst="rect">
            <a:avLst/>
          </a:prstGeom>
          <a:solidFill>
            <a:srgbClr val="f2f2f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 defTabSz="914400">
              <a:lnSpc>
                <a:spcPct val="100000"/>
              </a:lnSpc>
            </a:pPr>
            <a:endParaRPr b="0" lang="en-US" sz="12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203" name="Title"/>
          <p:cNvSpPr/>
          <p:nvPr/>
        </p:nvSpPr>
        <p:spPr>
          <a:xfrm>
            <a:off x="650160" y="1187280"/>
            <a:ext cx="9816120" cy="432720"/>
          </a:xfrm>
          <a:prstGeom prst="rect">
            <a:avLst/>
          </a:prstGeom>
          <a:noFill/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1" lang="en-US" sz="2250" spc="-1" strike="noStrike">
                <a:solidFill>
                  <a:srgbClr val="0078bd"/>
                </a:solidFill>
                <a:latin typeface="Microsoft YaHei"/>
                <a:ea typeface="Microsoft YaHei"/>
              </a:rPr>
              <a:t>Linux/POSIX </a:t>
            </a:r>
            <a:r>
              <a:rPr b="1" lang="zh-CN" sz="2250" spc="-1" strike="noStrike">
                <a:solidFill>
                  <a:srgbClr val="0078bd"/>
                </a:solidFill>
                <a:latin typeface="Microsoft YaHei"/>
                <a:ea typeface="Microsoft YaHei"/>
              </a:rPr>
              <a:t>兼容路径</a:t>
            </a:r>
            <a:endParaRPr b="0" lang="en-US" sz="2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4" name="Body"/>
          <p:cNvSpPr/>
          <p:nvPr/>
        </p:nvSpPr>
        <p:spPr>
          <a:xfrm>
            <a:off x="876960" y="1921680"/>
            <a:ext cx="4522680" cy="3771720"/>
          </a:xfrm>
          <a:prstGeom prst="roundRect">
            <a:avLst>
              <a:gd name="adj" fmla="val 16667"/>
            </a:avLst>
          </a:prstGeom>
          <a:noFill/>
          <a:ln w="12700">
            <a:solidFill>
              <a:srgbClr val="4472c4"/>
            </a:solidFill>
            <a:prstDash val="dash"/>
            <a:miter/>
          </a:ln>
        </p:spPr>
        <p:style>
          <a:lnRef idx="0">
            <a:schemeClr val="accent1"/>
          </a:lnRef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457200" indent="-457200" defTabSz="914400">
              <a:lnSpc>
                <a:spcPct val="100000"/>
              </a:lnSpc>
              <a:buClr>
                <a:srgbClr val="000000"/>
              </a:buClr>
              <a:buFont typeface="OpenSymbol"/>
              <a:buAutoNum type="arabicPeriod"/>
            </a:pPr>
            <a:r>
              <a:rPr b="0" lang="zh-CN" sz="1810" spc="-1" strike="noStrike">
                <a:solidFill>
                  <a:schemeClr val="dk1"/>
                </a:solidFill>
                <a:latin typeface="Microsoft YaHei"/>
                <a:ea typeface="Microsoft YaHei"/>
              </a:rPr>
              <a:t>用户程序发起 </a:t>
            </a:r>
            <a:r>
              <a:rPr b="0" lang="en-US" sz="1810" spc="-1" strike="noStrike">
                <a:solidFill>
                  <a:schemeClr val="dk1"/>
                </a:solidFill>
                <a:latin typeface="Microsoft YaHei"/>
                <a:ea typeface="Microsoft YaHei"/>
              </a:rPr>
              <a:t>syscall </a:t>
            </a:r>
            <a:r>
              <a:rPr b="0" lang="zh-CN" sz="1810" spc="-1" strike="noStrike">
                <a:solidFill>
                  <a:schemeClr val="dk1"/>
                </a:solidFill>
                <a:latin typeface="Microsoft YaHei"/>
                <a:ea typeface="Microsoft YaHei"/>
              </a:rPr>
              <a:t>后</a:t>
            </a:r>
            <a:endParaRPr b="0" lang="en-US" sz="1810" spc="-1" strike="noStrike">
              <a:solidFill>
                <a:srgbClr val="000000"/>
              </a:solidFill>
              <a:latin typeface="Arial"/>
            </a:endParaRPr>
          </a:p>
          <a:p>
            <a:pPr marL="457200" indent="-457200" defTabSz="914400">
              <a:lnSpc>
                <a:spcPct val="100000"/>
              </a:lnSpc>
              <a:buClr>
                <a:srgbClr val="000000"/>
              </a:buClr>
              <a:buFont typeface="OpenSymbol"/>
              <a:buAutoNum type="arabicPeriod"/>
            </a:pPr>
            <a:r>
              <a:rPr b="0" lang="en-US" sz="1810" spc="-1" strike="noStrike">
                <a:solidFill>
                  <a:schemeClr val="dk1"/>
                </a:solidFill>
                <a:latin typeface="Microsoft YaHei"/>
                <a:ea typeface="Microsoft YaHei"/>
              </a:rPr>
              <a:t>trap </a:t>
            </a:r>
            <a:r>
              <a:rPr b="0" lang="zh-CN" sz="1810" spc="-1" strike="noStrike">
                <a:solidFill>
                  <a:schemeClr val="dk1"/>
                </a:solidFill>
                <a:latin typeface="Microsoft YaHei"/>
                <a:ea typeface="Microsoft YaHei"/>
              </a:rPr>
              <a:t>入口收集寄存器参数</a:t>
            </a:r>
            <a:endParaRPr b="0" lang="en-US" sz="1810" spc="-1" strike="noStrike">
              <a:solidFill>
                <a:srgbClr val="000000"/>
              </a:solidFill>
              <a:latin typeface="Arial"/>
            </a:endParaRPr>
          </a:p>
          <a:p>
            <a:pPr marL="457200" indent="-457200" defTabSz="914400">
              <a:lnSpc>
                <a:spcPct val="100000"/>
              </a:lnSpc>
              <a:buClr>
                <a:srgbClr val="000000"/>
              </a:buClr>
              <a:buFont typeface="OpenSymbol"/>
              <a:buAutoNum type="arabicPeriod"/>
            </a:pPr>
            <a:r>
              <a:rPr b="0" lang="en-US" sz="1810" spc="-1" strike="noStrike">
                <a:solidFill>
                  <a:schemeClr val="dk1"/>
                </a:solidFill>
                <a:latin typeface="Microsoft YaHei"/>
                <a:ea typeface="Microsoft YaHei"/>
              </a:rPr>
              <a:t>dispatcher </a:t>
            </a:r>
            <a:r>
              <a:rPr b="0" lang="zh-CN" sz="1810" spc="-1" strike="noStrike">
                <a:solidFill>
                  <a:schemeClr val="dk1"/>
                </a:solidFill>
                <a:latin typeface="Microsoft YaHei"/>
                <a:ea typeface="Microsoft YaHei"/>
              </a:rPr>
              <a:t>按 </a:t>
            </a:r>
            <a:r>
              <a:rPr b="0" lang="en-US" sz="1810" spc="-1" strike="noStrike">
                <a:solidFill>
                  <a:schemeClr val="dk1"/>
                </a:solidFill>
                <a:latin typeface="Microsoft YaHei"/>
                <a:ea typeface="Microsoft YaHei"/>
              </a:rPr>
              <a:t>syscall </a:t>
            </a:r>
            <a:r>
              <a:rPr b="0" lang="zh-CN" sz="1810" spc="-1" strike="noStrike">
                <a:solidFill>
                  <a:schemeClr val="dk1"/>
                </a:solidFill>
                <a:latin typeface="Microsoft YaHei"/>
                <a:ea typeface="Microsoft YaHei"/>
              </a:rPr>
              <a:t>编号统一分发</a:t>
            </a:r>
            <a:endParaRPr b="0" lang="en-US" sz="1810" spc="-1" strike="noStrike">
              <a:solidFill>
                <a:srgbClr val="000000"/>
              </a:solidFill>
              <a:latin typeface="Arial"/>
            </a:endParaRPr>
          </a:p>
          <a:p>
            <a:pPr marL="457200" indent="-457200" defTabSz="914400">
              <a:lnSpc>
                <a:spcPct val="100000"/>
              </a:lnSpc>
              <a:buClr>
                <a:srgbClr val="000000"/>
              </a:buClr>
              <a:buFont typeface="OpenSymbol"/>
              <a:buAutoNum type="arabicPeriod"/>
            </a:pPr>
            <a:r>
              <a:rPr b="0" lang="zh-CN" sz="1810" spc="-1" strike="noStrike">
                <a:solidFill>
                  <a:schemeClr val="dk1"/>
                </a:solidFill>
                <a:latin typeface="Microsoft YaHei"/>
                <a:ea typeface="Microsoft YaHei"/>
              </a:rPr>
              <a:t>各 </a:t>
            </a:r>
            <a:r>
              <a:rPr b="0" lang="en-US" sz="1810" spc="-1" strike="noStrike">
                <a:solidFill>
                  <a:schemeClr val="dk1"/>
                </a:solidFill>
                <a:latin typeface="Microsoft YaHei"/>
                <a:ea typeface="Microsoft YaHei"/>
              </a:rPr>
              <a:t>ABI </a:t>
            </a:r>
            <a:r>
              <a:rPr b="0" lang="zh-CN" sz="1810" spc="-1" strike="noStrike">
                <a:solidFill>
                  <a:schemeClr val="dk1"/>
                </a:solidFill>
                <a:latin typeface="Microsoft YaHei"/>
                <a:ea typeface="Microsoft YaHei"/>
              </a:rPr>
              <a:t>模块处理具体语义</a:t>
            </a:r>
            <a:endParaRPr b="0" lang="en-US" sz="1810" spc="-1" strike="noStrike">
              <a:solidFill>
                <a:srgbClr val="000000"/>
              </a:solidFill>
              <a:latin typeface="Arial"/>
            </a:endParaRPr>
          </a:p>
          <a:p>
            <a:pPr marL="457200" indent="-457200" defTabSz="914400">
              <a:lnSpc>
                <a:spcPct val="100000"/>
              </a:lnSpc>
              <a:buClr>
                <a:srgbClr val="000000"/>
              </a:buClr>
              <a:buFont typeface="OpenSymbol"/>
              <a:buAutoNum type="arabicPeriod"/>
            </a:pPr>
            <a:r>
              <a:rPr b="0" lang="zh-CN" sz="1810" spc="-1" strike="noStrike">
                <a:solidFill>
                  <a:schemeClr val="dk1"/>
                </a:solidFill>
                <a:latin typeface="Microsoft YaHei"/>
                <a:ea typeface="Microsoft YaHei"/>
              </a:rPr>
              <a:t>写回返回值和 </a:t>
            </a:r>
            <a:r>
              <a:rPr b="0" lang="en-US" sz="1810" spc="-1" strike="noStrike">
                <a:solidFill>
                  <a:schemeClr val="dk1"/>
                </a:solidFill>
                <a:latin typeface="Microsoft YaHei"/>
                <a:ea typeface="Microsoft YaHei"/>
              </a:rPr>
              <a:t>errno</a:t>
            </a:r>
            <a:endParaRPr b="0" lang="en-US" sz="1810" spc="-1" strike="noStrike">
              <a:solidFill>
                <a:srgbClr val="000000"/>
              </a:solidFill>
              <a:latin typeface="Arial"/>
            </a:endParaRPr>
          </a:p>
          <a:p>
            <a:pPr marL="457200" indent="-457200" defTabSz="914400">
              <a:lnSpc>
                <a:spcPct val="100000"/>
              </a:lnSpc>
              <a:buClr>
                <a:srgbClr val="000000"/>
              </a:buClr>
              <a:buFont typeface="OpenSymbol"/>
              <a:buAutoNum type="arabicPeriod"/>
            </a:pPr>
            <a:r>
              <a:rPr b="0" lang="zh-CN" sz="1810" spc="-1" strike="noStrike">
                <a:solidFill>
                  <a:schemeClr val="dk1"/>
                </a:solidFill>
                <a:latin typeface="Microsoft YaHei"/>
                <a:ea typeface="Microsoft YaHei"/>
              </a:rPr>
              <a:t>返回用户态前检查信号</a:t>
            </a:r>
            <a:endParaRPr b="0" lang="en-US" sz="181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b="0" lang="en-US" sz="181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zh-CN" sz="1810" spc="-1" strike="noStrike">
                <a:solidFill>
                  <a:schemeClr val="dk1"/>
                </a:solidFill>
                <a:latin typeface="Microsoft YaHei"/>
                <a:ea typeface="Microsoft YaHei"/>
              </a:rPr>
              <a:t>入口统一，用户指针、</a:t>
            </a:r>
            <a:r>
              <a:rPr b="0" lang="en-US" sz="1810" spc="-1" strike="noStrike">
                <a:solidFill>
                  <a:schemeClr val="dk1"/>
                </a:solidFill>
                <a:latin typeface="Microsoft YaHei"/>
                <a:ea typeface="Microsoft YaHei"/>
              </a:rPr>
              <a:t>errno </a:t>
            </a:r>
            <a:r>
              <a:rPr b="0" lang="zh-CN" sz="1810" spc="-1" strike="noStrike">
                <a:solidFill>
                  <a:schemeClr val="dk1"/>
                </a:solidFill>
                <a:latin typeface="Microsoft YaHei"/>
                <a:ea typeface="Microsoft YaHei"/>
              </a:rPr>
              <a:t>和信号递交可以集中处理</a:t>
            </a:r>
            <a:endParaRPr b="0" lang="en-US" sz="181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zh-CN" sz="1810" spc="-1" strike="noStrike">
                <a:solidFill>
                  <a:schemeClr val="dk1"/>
                </a:solidFill>
                <a:latin typeface="Microsoft YaHei"/>
                <a:ea typeface="Microsoft YaHei"/>
              </a:rPr>
              <a:t>未支持接口明确返回 </a:t>
            </a:r>
            <a:r>
              <a:rPr b="0" lang="en-US" sz="1810" spc="-1" strike="noStrike">
                <a:solidFill>
                  <a:schemeClr val="dk1"/>
                </a:solidFill>
                <a:latin typeface="Microsoft YaHei"/>
                <a:ea typeface="Microsoft YaHei"/>
              </a:rPr>
              <a:t>ENOSYS</a:t>
            </a:r>
            <a:r>
              <a:rPr b="0" lang="zh-CN" sz="1810" spc="-1" strike="noStrike">
                <a:solidFill>
                  <a:schemeClr val="dk1"/>
                </a:solidFill>
                <a:latin typeface="Microsoft YaHei"/>
                <a:ea typeface="Microsoft YaHei"/>
              </a:rPr>
              <a:t>，失败原因可追踪</a:t>
            </a:r>
            <a:endParaRPr b="0" lang="en-US" sz="181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05" name="orays-02-syscall-abi.png" descr=""/>
          <p:cNvPicPr/>
          <p:nvPr/>
        </p:nvPicPr>
        <p:blipFill>
          <a:blip r:embed="rId1"/>
          <a:stretch/>
        </p:blipFill>
        <p:spPr>
          <a:xfrm>
            <a:off x="6108840" y="798480"/>
            <a:ext cx="5770080" cy="5430240"/>
          </a:xfrm>
          <a:prstGeom prst="rect">
            <a:avLst/>
          </a:prstGeom>
          <a:ln w="0">
            <a:noFill/>
          </a:ln>
        </p:spPr>
      </p:pic>
      <p:sp>
        <p:nvSpPr>
          <p:cNvPr id="206" name="Caption"/>
          <p:cNvSpPr/>
          <p:nvPr/>
        </p:nvSpPr>
        <p:spPr>
          <a:xfrm>
            <a:off x="7397640" y="6300000"/>
            <a:ext cx="4794120" cy="220680"/>
          </a:xfrm>
          <a:prstGeom prst="rect">
            <a:avLst/>
          </a:prstGeom>
          <a:noFill/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zh-CN" sz="860" spc="-1" strike="noStrike">
                <a:solidFill>
                  <a:schemeClr val="dk1"/>
                </a:solidFill>
                <a:latin typeface="Microsoft YaHei"/>
                <a:ea typeface="Microsoft YaHei"/>
              </a:rPr>
              <a:t>用户程序经 </a:t>
            </a:r>
            <a:r>
              <a:rPr b="0" lang="en-US" sz="860" spc="-1" strike="noStrike">
                <a:solidFill>
                  <a:schemeClr val="dk1"/>
                </a:solidFill>
                <a:latin typeface="Microsoft YaHei"/>
                <a:ea typeface="Microsoft YaHei"/>
              </a:rPr>
              <a:t>syscall trap </a:t>
            </a:r>
            <a:r>
              <a:rPr b="0" lang="zh-CN" sz="860" spc="-1" strike="noStrike">
                <a:solidFill>
                  <a:schemeClr val="dk1"/>
                </a:solidFill>
                <a:latin typeface="Microsoft YaHei"/>
                <a:ea typeface="Microsoft YaHei"/>
              </a:rPr>
              <a:t>进入分发层，再落到 </a:t>
            </a:r>
            <a:r>
              <a:rPr b="0" lang="en-US" sz="860" spc="-1" strike="noStrike">
                <a:solidFill>
                  <a:schemeClr val="dk1"/>
                </a:solidFill>
                <a:latin typeface="Microsoft YaHei"/>
                <a:ea typeface="Microsoft YaHei"/>
              </a:rPr>
              <a:t>uspace </a:t>
            </a:r>
            <a:r>
              <a:rPr b="0" lang="zh-CN" sz="860" spc="-1" strike="noStrike">
                <a:solidFill>
                  <a:schemeClr val="dk1"/>
                </a:solidFill>
                <a:latin typeface="Microsoft YaHei"/>
                <a:ea typeface="Microsoft YaHei"/>
              </a:rPr>
              <a:t>子模块和内核服务</a:t>
            </a:r>
            <a:endParaRPr b="0" lang="en-US" sz="86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07" name="StarryXStyle-header-logo" descr=""/>
          <p:cNvPicPr/>
          <p:nvPr/>
        </p:nvPicPr>
        <p:blipFill>
          <a:blip r:embed="rId2"/>
          <a:stretch/>
        </p:blipFill>
        <p:spPr>
          <a:xfrm>
            <a:off x="150120" y="119880"/>
            <a:ext cx="2548080" cy="608040"/>
          </a:xfrm>
          <a:prstGeom prst="rect">
            <a:avLst/>
          </a:prstGeom>
          <a:ln w="0">
            <a:noFill/>
          </a:ln>
        </p:spPr>
      </p:pic>
      <p:sp>
        <p:nvSpPr>
          <p:cNvPr id="208" name="StarryXStyle-nav-active"/>
          <p:cNvSpPr/>
          <p:nvPr/>
        </p:nvSpPr>
        <p:spPr>
          <a:xfrm>
            <a:off x="6469200" y="0"/>
            <a:ext cx="1082880" cy="708120"/>
          </a:xfrm>
          <a:prstGeom prst="rect">
            <a:avLst/>
          </a:prstGeom>
          <a:solidFill>
            <a:srgbClr val="0078b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9" name="StarryXStyle-nav-1"/>
          <p:cNvSpPr/>
          <p:nvPr/>
        </p:nvSpPr>
        <p:spPr>
          <a:xfrm>
            <a:off x="4299840" y="245160"/>
            <a:ext cx="1082880" cy="25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ct val="100000"/>
              </a:lnSpc>
            </a:pPr>
            <a:r>
              <a:rPr b="0" lang="zh-CN" sz="980" spc="-1" strike="noStrike">
                <a:solidFill>
                  <a:srgbClr val="555555"/>
                </a:solidFill>
                <a:latin typeface="Microsoft YaHei"/>
                <a:ea typeface="Microsoft YaHei"/>
              </a:rPr>
              <a:t>项目概况</a:t>
            </a:r>
            <a:endParaRPr b="0" lang="en-US" sz="9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0" name="StarryXStyle-nav-2"/>
          <p:cNvSpPr/>
          <p:nvPr/>
        </p:nvSpPr>
        <p:spPr>
          <a:xfrm>
            <a:off x="5384520" y="245160"/>
            <a:ext cx="1082880" cy="25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ct val="100000"/>
              </a:lnSpc>
            </a:pPr>
            <a:r>
              <a:rPr b="0" lang="zh-CN" sz="980" spc="-1" strike="noStrike">
                <a:solidFill>
                  <a:srgbClr val="555555"/>
                </a:solidFill>
                <a:latin typeface="Microsoft YaHei"/>
                <a:ea typeface="Microsoft YaHei"/>
              </a:rPr>
              <a:t>成果展示</a:t>
            </a:r>
            <a:endParaRPr b="0" lang="en-US" sz="9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1" name="StarryXStyle-nav-3"/>
          <p:cNvSpPr/>
          <p:nvPr/>
        </p:nvSpPr>
        <p:spPr>
          <a:xfrm>
            <a:off x="6469200" y="190080"/>
            <a:ext cx="1082880" cy="25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980" spc="-1" strike="noStrike">
                <a:solidFill>
                  <a:srgbClr val="ffffff"/>
                </a:solidFill>
                <a:latin typeface="Microsoft YaHei"/>
                <a:ea typeface="Microsoft YaHei"/>
              </a:rPr>
              <a:t>架构兼容</a:t>
            </a:r>
            <a:endParaRPr b="0" lang="en-US" sz="9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2" name="StarryXStyle-nav-4"/>
          <p:cNvSpPr/>
          <p:nvPr/>
        </p:nvSpPr>
        <p:spPr>
          <a:xfrm>
            <a:off x="7553880" y="245160"/>
            <a:ext cx="1082880" cy="25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ct val="100000"/>
              </a:lnSpc>
            </a:pPr>
            <a:r>
              <a:rPr b="0" lang="zh-CN" sz="980" spc="-1" strike="noStrike">
                <a:solidFill>
                  <a:srgbClr val="555555"/>
                </a:solidFill>
                <a:latin typeface="Microsoft YaHei"/>
                <a:ea typeface="Microsoft YaHei"/>
              </a:rPr>
              <a:t>内存进程</a:t>
            </a:r>
            <a:endParaRPr b="0" lang="en-US" sz="9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3" name="StarryXStyle-nav-5"/>
          <p:cNvSpPr/>
          <p:nvPr/>
        </p:nvSpPr>
        <p:spPr>
          <a:xfrm>
            <a:off x="8638200" y="245160"/>
            <a:ext cx="1082880" cy="25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ct val="100000"/>
              </a:lnSpc>
            </a:pPr>
            <a:r>
              <a:rPr b="0" lang="zh-CN" sz="980" spc="-1" strike="noStrike">
                <a:solidFill>
                  <a:srgbClr val="555555"/>
                </a:solidFill>
                <a:latin typeface="Microsoft YaHei"/>
                <a:ea typeface="Microsoft YaHei"/>
              </a:rPr>
              <a:t>文件</a:t>
            </a:r>
            <a:r>
              <a:rPr b="0" lang="en-US" sz="980" spc="-1" strike="noStrike">
                <a:solidFill>
                  <a:srgbClr val="555555"/>
                </a:solidFill>
                <a:latin typeface="Microsoft YaHei"/>
                <a:ea typeface="Microsoft YaHei"/>
              </a:rPr>
              <a:t>IPC</a:t>
            </a:r>
            <a:endParaRPr b="0" lang="en-US" sz="9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4" name="StarryXStyle-nav-6"/>
          <p:cNvSpPr/>
          <p:nvPr/>
        </p:nvSpPr>
        <p:spPr>
          <a:xfrm>
            <a:off x="9722880" y="245160"/>
            <a:ext cx="1082880" cy="25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ct val="100000"/>
              </a:lnSpc>
            </a:pPr>
            <a:r>
              <a:rPr b="0" lang="zh-CN" sz="980" spc="-1" strike="noStrike">
                <a:solidFill>
                  <a:srgbClr val="555555"/>
                </a:solidFill>
                <a:latin typeface="Microsoft YaHei"/>
                <a:ea typeface="Microsoft YaHei"/>
              </a:rPr>
              <a:t>网络多架构</a:t>
            </a:r>
            <a:endParaRPr b="0" lang="en-US" sz="9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5" name="StarryXStyle-nav-7"/>
          <p:cNvSpPr/>
          <p:nvPr/>
        </p:nvSpPr>
        <p:spPr>
          <a:xfrm>
            <a:off x="10807560" y="245160"/>
            <a:ext cx="1082880" cy="25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ct val="100000"/>
              </a:lnSpc>
            </a:pPr>
            <a:r>
              <a:rPr b="0" lang="zh-CN" sz="980" spc="-1" strike="noStrike">
                <a:solidFill>
                  <a:srgbClr val="555555"/>
                </a:solidFill>
                <a:latin typeface="Microsoft YaHei"/>
                <a:ea typeface="Microsoft YaHei"/>
              </a:rPr>
              <a:t>总结展望</a:t>
            </a:r>
            <a:endParaRPr b="0" lang="en-US" sz="9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6" name="StarryXStyle-title-marker"/>
          <p:cNvSpPr/>
          <p:nvPr/>
        </p:nvSpPr>
        <p:spPr>
          <a:xfrm>
            <a:off x="529920" y="1239840"/>
            <a:ext cx="1681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ct val="100000"/>
              </a:lnSpc>
            </a:pPr>
            <a:r>
              <a:rPr b="1" lang="en-US" sz="1350" spc="-1" strike="noStrike">
                <a:solidFill>
                  <a:srgbClr val="111111"/>
                </a:solidFill>
                <a:latin typeface="Microsoft YaHei"/>
                <a:ea typeface="Microsoft YaHei"/>
              </a:rPr>
              <a:t>&gt;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StarryXTransition-bg"/>
          <p:cNvSpPr/>
          <p:nvPr/>
        </p:nvSpPr>
        <p:spPr>
          <a:xfrm>
            <a:off x="0" y="0"/>
            <a:ext cx="12190320" cy="6856200"/>
          </a:xfrm>
          <a:prstGeom prst="rect">
            <a:avLst/>
          </a:prstGeom>
          <a:solidFill>
            <a:srgbClr val="f2f2f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8" name="StarryXTransition-blue-band"/>
          <p:cNvSpPr/>
          <p:nvPr/>
        </p:nvSpPr>
        <p:spPr>
          <a:xfrm>
            <a:off x="0" y="0"/>
            <a:ext cx="12190320" cy="3735720"/>
          </a:xfrm>
          <a:prstGeom prst="rect">
            <a:avLst/>
          </a:prstGeom>
          <a:solidFill>
            <a:srgbClr val="0078b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9" name="StarryXTransition-blue-shadow"/>
          <p:cNvSpPr/>
          <p:nvPr/>
        </p:nvSpPr>
        <p:spPr>
          <a:xfrm>
            <a:off x="0" y="3669120"/>
            <a:ext cx="12190320" cy="26280"/>
          </a:xfrm>
          <a:prstGeom prst="rect">
            <a:avLst/>
          </a:prstGeom>
          <a:solidFill>
            <a:srgbClr val="00649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16920" bIns="-16920" anchor="t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220" name="StarryXTransition-cscc-logo" descr=""/>
          <p:cNvPicPr/>
          <p:nvPr/>
        </p:nvPicPr>
        <p:blipFill>
          <a:blip r:embed="rId1"/>
          <a:stretch/>
        </p:blipFill>
        <p:spPr>
          <a:xfrm>
            <a:off x="97560" y="219600"/>
            <a:ext cx="2948760" cy="608400"/>
          </a:xfrm>
          <a:prstGeom prst="rect">
            <a:avLst/>
          </a:prstGeom>
          <a:ln w="0">
            <a:noFill/>
          </a:ln>
        </p:spPr>
      </p:pic>
      <p:pic>
        <p:nvPicPr>
          <p:cNvPr id="221" name="StarryXTransition-hzdu-logo" descr=""/>
          <p:cNvPicPr/>
          <p:nvPr/>
        </p:nvPicPr>
        <p:blipFill>
          <a:blip r:embed="rId2"/>
          <a:stretch/>
        </p:blipFill>
        <p:spPr>
          <a:xfrm>
            <a:off x="8558640" y="102960"/>
            <a:ext cx="3546000" cy="828000"/>
          </a:xfrm>
          <a:prstGeom prst="rect">
            <a:avLst/>
          </a:prstGeom>
          <a:ln w="0">
            <a:noFill/>
          </a:ln>
        </p:spPr>
      </p:pic>
      <p:sp>
        <p:nvSpPr>
          <p:cNvPr id="222" name="StarryXTransition-part-hex"/>
          <p:cNvSpPr/>
          <p:nvPr/>
        </p:nvSpPr>
        <p:spPr>
          <a:xfrm>
            <a:off x="5157360" y="2983320"/>
            <a:ext cx="1875600" cy="1541880"/>
          </a:xfrm>
          <a:prstGeom prst="hexagon">
            <a:avLst>
              <a:gd name="adj" fmla="val 25000"/>
              <a:gd name="vf" fmla="val 115470"/>
            </a:avLst>
          </a:prstGeom>
          <a:solidFill>
            <a:srgbClr val="9ec7f1"/>
          </a:solidFill>
          <a:ln w="2200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3" name="StarryXTransition-part-text"/>
          <p:cNvSpPr/>
          <p:nvPr/>
        </p:nvSpPr>
        <p:spPr>
          <a:xfrm>
            <a:off x="5157360" y="3633120"/>
            <a:ext cx="1875600" cy="378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ct val="100000"/>
              </a:lnSpc>
            </a:pPr>
            <a:r>
              <a:rPr b="1" lang="en-US" sz="1700" spc="-1" strike="noStrike">
                <a:solidFill>
                  <a:srgbClr val="0078bd"/>
                </a:solidFill>
                <a:latin typeface="Microsoft YaHei"/>
                <a:ea typeface="Microsoft YaHei"/>
              </a:rPr>
              <a:t>Part.04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4" name="StarryXTransition-title"/>
          <p:cNvSpPr/>
          <p:nvPr/>
        </p:nvSpPr>
        <p:spPr>
          <a:xfrm>
            <a:off x="1219320" y="4526280"/>
            <a:ext cx="9751680" cy="102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4200" spc="-1" strike="noStrike">
                <a:solidFill>
                  <a:srgbClr val="0078bd"/>
                </a:solidFill>
                <a:latin typeface="Microsoft YaHei"/>
                <a:ea typeface="Microsoft YaHei"/>
              </a:rPr>
              <a:t>内存与进程</a:t>
            </a:r>
            <a:endParaRPr b="0" lang="en-US" sz="4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rect 52"/>
          <p:cNvSpPr/>
          <p:nvPr/>
        </p:nvSpPr>
        <p:spPr>
          <a:xfrm>
            <a:off x="1800" y="0"/>
            <a:ext cx="12188520" cy="6856200"/>
          </a:xfrm>
          <a:prstGeom prst="rect">
            <a:avLst/>
          </a:prstGeom>
          <a:solidFill>
            <a:srgbClr val="f2f2f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 defTabSz="914400">
              <a:lnSpc>
                <a:spcPct val="100000"/>
              </a:lnSpc>
            </a:pPr>
            <a:endParaRPr b="0" lang="en-US" sz="12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226" name="Title"/>
          <p:cNvSpPr/>
          <p:nvPr/>
        </p:nvSpPr>
        <p:spPr>
          <a:xfrm>
            <a:off x="650160" y="1187280"/>
            <a:ext cx="10197360" cy="432720"/>
          </a:xfrm>
          <a:prstGeom prst="rect">
            <a:avLst/>
          </a:prstGeom>
          <a:noFill/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1" lang="zh-CN" sz="2250" spc="-1" strike="noStrike">
                <a:solidFill>
                  <a:srgbClr val="0078bd"/>
                </a:solidFill>
                <a:latin typeface="Microsoft YaHei"/>
                <a:ea typeface="Microsoft YaHei"/>
              </a:rPr>
              <a:t>内存管理</a:t>
            </a:r>
            <a:endParaRPr b="0" lang="en-US" sz="225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27" name="orays-03-memory-management.png" descr=""/>
          <p:cNvPicPr/>
          <p:nvPr/>
        </p:nvPicPr>
        <p:blipFill>
          <a:blip r:embed="rId1"/>
          <a:stretch/>
        </p:blipFill>
        <p:spPr>
          <a:xfrm>
            <a:off x="5488920" y="2100600"/>
            <a:ext cx="6126480" cy="3561840"/>
          </a:xfrm>
          <a:prstGeom prst="rect">
            <a:avLst/>
          </a:prstGeom>
          <a:ln w="0">
            <a:noFill/>
          </a:ln>
        </p:spPr>
      </p:pic>
      <p:sp>
        <p:nvSpPr>
          <p:cNvPr id="228" name="Caption"/>
          <p:cNvSpPr/>
          <p:nvPr/>
        </p:nvSpPr>
        <p:spPr>
          <a:xfrm>
            <a:off x="6539400" y="5978160"/>
            <a:ext cx="4980240" cy="227160"/>
          </a:xfrm>
          <a:prstGeom prst="rect">
            <a:avLst/>
          </a:prstGeom>
          <a:noFill/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900" spc="-1" strike="noStrike">
                <a:solidFill>
                  <a:schemeClr val="dk1"/>
                </a:solidFill>
                <a:latin typeface="Microsoft YaHei"/>
                <a:ea typeface="Microsoft YaHei"/>
              </a:rPr>
              <a:t>Linux </a:t>
            </a:r>
            <a:r>
              <a:rPr b="0" lang="zh-CN" sz="900" spc="-1" strike="noStrike">
                <a:solidFill>
                  <a:schemeClr val="dk1"/>
                </a:solidFill>
                <a:latin typeface="Microsoft YaHei"/>
                <a:ea typeface="Microsoft YaHei"/>
              </a:rPr>
              <a:t>内存 </a:t>
            </a:r>
            <a:r>
              <a:rPr b="0" lang="en-US" sz="900" spc="-1" strike="noStrike">
                <a:solidFill>
                  <a:schemeClr val="dk1"/>
                </a:solidFill>
                <a:latin typeface="Microsoft YaHei"/>
                <a:ea typeface="Microsoft YaHei"/>
              </a:rPr>
              <a:t>syscall</a:t>
            </a:r>
            <a:r>
              <a:rPr b="0" lang="zh-CN" sz="900" spc="-1" strike="noStrike">
                <a:solidFill>
                  <a:schemeClr val="dk1"/>
                </a:solidFill>
                <a:latin typeface="Microsoft YaHei"/>
                <a:ea typeface="Microsoft YaHei"/>
              </a:rPr>
              <a:t>、</a:t>
            </a:r>
            <a:r>
              <a:rPr b="0" lang="en-US" sz="900" spc="-1" strike="noStrike">
                <a:solidFill>
                  <a:schemeClr val="dk1"/>
                </a:solidFill>
                <a:latin typeface="Microsoft YaHei"/>
                <a:ea typeface="Microsoft YaHei"/>
              </a:rPr>
              <a:t>UserProcess </a:t>
            </a:r>
            <a:r>
              <a:rPr b="0" lang="zh-CN" sz="900" spc="-1" strike="noStrike">
                <a:solidFill>
                  <a:schemeClr val="dk1"/>
                </a:solidFill>
                <a:latin typeface="Microsoft YaHei"/>
                <a:ea typeface="Microsoft YaHei"/>
              </a:rPr>
              <a:t>状态、</a:t>
            </a:r>
            <a:r>
              <a:rPr b="0" lang="en-US" sz="900" spc="-1" strike="noStrike">
                <a:solidFill>
                  <a:schemeClr val="dk1"/>
                </a:solidFill>
                <a:latin typeface="Microsoft YaHei"/>
                <a:ea typeface="Microsoft YaHei"/>
              </a:rPr>
              <a:t>AddrSpace</a:t>
            </a:r>
            <a:r>
              <a:rPr b="0" lang="zh-CN" sz="900" spc="-1" strike="noStrike">
                <a:solidFill>
                  <a:schemeClr val="dk1"/>
                </a:solidFill>
                <a:latin typeface="Microsoft YaHei"/>
                <a:ea typeface="Microsoft YaHei"/>
              </a:rPr>
              <a:t>、页表与缺页路径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9" name="Body"/>
          <p:cNvSpPr/>
          <p:nvPr/>
        </p:nvSpPr>
        <p:spPr>
          <a:xfrm>
            <a:off x="674640" y="1822320"/>
            <a:ext cx="4698360" cy="4545720"/>
          </a:xfrm>
          <a:prstGeom prst="roundRect">
            <a:avLst>
              <a:gd name="adj" fmla="val 16667"/>
            </a:avLst>
          </a:prstGeom>
          <a:noFill/>
          <a:ln w="12700">
            <a:solidFill>
              <a:srgbClr val="4472c4"/>
            </a:solidFill>
            <a:prstDash val="dash"/>
            <a:miter/>
          </a:ln>
        </p:spPr>
        <p:style>
          <a:lnRef idx="0">
            <a:schemeClr val="accent1"/>
          </a:lnRef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zh-CN" sz="1879" spc="-1" strike="noStrike">
                <a:solidFill>
                  <a:schemeClr val="dk1"/>
                </a:solidFill>
                <a:latin typeface="Microsoft YaHei"/>
                <a:ea typeface="Microsoft YaHei"/>
              </a:rPr>
              <a:t>要解决的问题</a:t>
            </a:r>
            <a:endParaRPr b="0" lang="en-US" sz="1879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1879" spc="-1" strike="noStrike">
                <a:solidFill>
                  <a:schemeClr val="dk1"/>
                </a:solidFill>
                <a:latin typeface="Microsoft YaHei"/>
                <a:ea typeface="Microsoft YaHei"/>
              </a:rPr>
              <a:t>Linux </a:t>
            </a:r>
            <a:r>
              <a:rPr b="0" lang="zh-CN" sz="1879" spc="-1" strike="noStrike">
                <a:solidFill>
                  <a:schemeClr val="dk1"/>
                </a:solidFill>
                <a:latin typeface="Microsoft YaHei"/>
                <a:ea typeface="Microsoft YaHei"/>
              </a:rPr>
              <a:t>程序需要 </a:t>
            </a:r>
            <a:r>
              <a:rPr b="0" lang="en-US" sz="1879" spc="-1" strike="noStrike">
                <a:solidFill>
                  <a:schemeClr val="dk1"/>
                </a:solidFill>
                <a:latin typeface="Microsoft YaHei"/>
                <a:ea typeface="Microsoft YaHei"/>
              </a:rPr>
              <a:t>brk</a:t>
            </a:r>
            <a:r>
              <a:rPr b="0" lang="zh-CN" sz="1879" spc="-1" strike="noStrike">
                <a:solidFill>
                  <a:schemeClr val="dk1"/>
                </a:solidFill>
                <a:latin typeface="Microsoft YaHei"/>
                <a:ea typeface="Microsoft YaHei"/>
              </a:rPr>
              <a:t>、</a:t>
            </a:r>
            <a:r>
              <a:rPr b="0" lang="en-US" sz="1879" spc="-1" strike="noStrike">
                <a:solidFill>
                  <a:schemeClr val="dk1"/>
                </a:solidFill>
                <a:latin typeface="Microsoft YaHei"/>
                <a:ea typeface="Microsoft YaHei"/>
              </a:rPr>
              <a:t>mmap</a:t>
            </a:r>
            <a:r>
              <a:rPr b="0" lang="zh-CN" sz="1879" spc="-1" strike="noStrike">
                <a:solidFill>
                  <a:schemeClr val="dk1"/>
                </a:solidFill>
                <a:latin typeface="Microsoft YaHei"/>
                <a:ea typeface="Microsoft YaHei"/>
              </a:rPr>
              <a:t>、</a:t>
            </a:r>
            <a:r>
              <a:rPr b="0" lang="en-US" sz="1879" spc="-1" strike="noStrike">
                <a:solidFill>
                  <a:schemeClr val="dk1"/>
                </a:solidFill>
                <a:latin typeface="Microsoft YaHei"/>
                <a:ea typeface="Microsoft YaHei"/>
              </a:rPr>
              <a:t>mprotect</a:t>
            </a:r>
            <a:r>
              <a:rPr b="0" lang="zh-CN" sz="1879" spc="-1" strike="noStrike">
                <a:solidFill>
                  <a:schemeClr val="dk1"/>
                </a:solidFill>
                <a:latin typeface="Microsoft YaHei"/>
                <a:ea typeface="Microsoft YaHei"/>
              </a:rPr>
              <a:t>、</a:t>
            </a:r>
            <a:r>
              <a:rPr b="0" lang="en-US" sz="1879" spc="-1" strike="noStrike">
                <a:solidFill>
                  <a:schemeClr val="dk1"/>
                </a:solidFill>
                <a:latin typeface="Microsoft YaHei"/>
                <a:ea typeface="Microsoft YaHei"/>
              </a:rPr>
              <a:t>munmap</a:t>
            </a:r>
            <a:r>
              <a:rPr b="0" lang="zh-CN" sz="1879" spc="-1" strike="noStrike">
                <a:solidFill>
                  <a:schemeClr val="dk1"/>
                </a:solidFill>
                <a:latin typeface="Microsoft YaHei"/>
                <a:ea typeface="Microsoft YaHei"/>
              </a:rPr>
              <a:t>、</a:t>
            </a:r>
            <a:r>
              <a:rPr b="0" lang="en-US" sz="1879" spc="-1" strike="noStrike">
                <a:solidFill>
                  <a:schemeClr val="dk1"/>
                </a:solidFill>
                <a:latin typeface="Microsoft YaHei"/>
                <a:ea typeface="Microsoft YaHei"/>
              </a:rPr>
              <a:t>mremap </a:t>
            </a:r>
            <a:r>
              <a:rPr b="0" lang="zh-CN" sz="1879" spc="-1" strike="noStrike">
                <a:solidFill>
                  <a:schemeClr val="dk1"/>
                </a:solidFill>
                <a:latin typeface="Microsoft YaHei"/>
                <a:ea typeface="Microsoft YaHei"/>
              </a:rPr>
              <a:t>等接口</a:t>
            </a:r>
            <a:endParaRPr b="0" lang="en-US" sz="1879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1879" spc="-1" strike="noStrike">
                <a:solidFill>
                  <a:schemeClr val="dk1"/>
                </a:solidFill>
                <a:latin typeface="Microsoft YaHei"/>
                <a:ea typeface="Microsoft YaHei"/>
              </a:rPr>
              <a:t>fork </a:t>
            </a:r>
            <a:r>
              <a:rPr b="0" lang="zh-CN" sz="1879" spc="-1" strike="noStrike">
                <a:solidFill>
                  <a:schemeClr val="dk1"/>
                </a:solidFill>
                <a:latin typeface="Microsoft YaHei"/>
                <a:ea typeface="Microsoft YaHei"/>
              </a:rPr>
              <a:t>不能简单复制整个地址空间</a:t>
            </a:r>
            <a:endParaRPr b="0" lang="en-US" sz="1879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zh-CN" sz="1879" spc="-1" strike="noStrike">
                <a:solidFill>
                  <a:schemeClr val="dk1"/>
                </a:solidFill>
                <a:latin typeface="Microsoft YaHei"/>
                <a:ea typeface="Microsoft YaHei"/>
              </a:rPr>
              <a:t>用户指针访问必须返回正确的 </a:t>
            </a:r>
            <a:r>
              <a:rPr b="0" lang="en-US" sz="1879" spc="-1" strike="noStrike">
                <a:solidFill>
                  <a:schemeClr val="dk1"/>
                </a:solidFill>
                <a:latin typeface="Microsoft YaHei"/>
                <a:ea typeface="Microsoft YaHei"/>
              </a:rPr>
              <a:t>EFAULT </a:t>
            </a:r>
            <a:r>
              <a:rPr b="0" lang="zh-CN" sz="1879" spc="-1" strike="noStrike">
                <a:solidFill>
                  <a:schemeClr val="dk1"/>
                </a:solidFill>
                <a:latin typeface="Microsoft YaHei"/>
                <a:ea typeface="Microsoft YaHei"/>
              </a:rPr>
              <a:t>或触发异常</a:t>
            </a:r>
            <a:endParaRPr b="0" lang="en-US" sz="1879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zh-CN" sz="1879" spc="-1" strike="noStrike">
                <a:solidFill>
                  <a:schemeClr val="dk1"/>
                </a:solidFill>
                <a:latin typeface="Microsoft YaHei"/>
                <a:ea typeface="Microsoft YaHei"/>
              </a:rPr>
              <a:t>实现方式</a:t>
            </a:r>
            <a:endParaRPr b="0" lang="en-US" sz="1879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1879" spc="-1" strike="noStrike">
                <a:solidFill>
                  <a:schemeClr val="dk1"/>
                </a:solidFill>
                <a:latin typeface="Microsoft YaHei"/>
                <a:ea typeface="Microsoft YaHei"/>
              </a:rPr>
              <a:t>AddrSpace </a:t>
            </a:r>
            <a:r>
              <a:rPr b="0" lang="zh-CN" sz="1879" spc="-1" strike="noStrike">
                <a:solidFill>
                  <a:schemeClr val="dk1"/>
                </a:solidFill>
                <a:latin typeface="Microsoft YaHei"/>
                <a:ea typeface="Microsoft YaHei"/>
              </a:rPr>
              <a:t>管理用户地址空间</a:t>
            </a:r>
            <a:endParaRPr b="0" lang="en-US" sz="1879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1879" spc="-1" strike="noStrike">
                <a:solidFill>
                  <a:schemeClr val="dk1"/>
                </a:solidFill>
                <a:latin typeface="Microsoft YaHei"/>
                <a:ea typeface="Microsoft YaHei"/>
              </a:rPr>
              <a:t>lazy allocation </a:t>
            </a:r>
            <a:r>
              <a:rPr b="0" lang="zh-CN" sz="1879" spc="-1" strike="noStrike">
                <a:solidFill>
                  <a:schemeClr val="dk1"/>
                </a:solidFill>
                <a:latin typeface="Microsoft YaHei"/>
                <a:ea typeface="Microsoft YaHei"/>
              </a:rPr>
              <a:t>按需分配物理页</a:t>
            </a:r>
            <a:endParaRPr b="0" lang="en-US" sz="1879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1879" spc="-1" strike="noStrike">
                <a:solidFill>
                  <a:schemeClr val="dk1"/>
                </a:solidFill>
                <a:latin typeface="Microsoft YaHei"/>
                <a:ea typeface="Microsoft YaHei"/>
              </a:rPr>
              <a:t>COW </a:t>
            </a:r>
            <a:r>
              <a:rPr b="0" lang="zh-CN" sz="1879" spc="-1" strike="noStrike">
                <a:solidFill>
                  <a:schemeClr val="dk1"/>
                </a:solidFill>
                <a:latin typeface="Microsoft YaHei"/>
                <a:ea typeface="Microsoft YaHei"/>
              </a:rPr>
              <a:t>让 </a:t>
            </a:r>
            <a:r>
              <a:rPr b="0" lang="en-US" sz="1879" spc="-1" strike="noStrike">
                <a:solidFill>
                  <a:schemeClr val="dk1"/>
                </a:solidFill>
                <a:latin typeface="Microsoft YaHei"/>
                <a:ea typeface="Microsoft YaHei"/>
              </a:rPr>
              <a:t>fork </a:t>
            </a:r>
            <a:r>
              <a:rPr b="0" lang="zh-CN" sz="1879" spc="-1" strike="noStrike">
                <a:solidFill>
                  <a:schemeClr val="dk1"/>
                </a:solidFill>
                <a:latin typeface="Microsoft YaHei"/>
                <a:ea typeface="Microsoft YaHei"/>
              </a:rPr>
              <a:t>先共享、写入时再复制</a:t>
            </a:r>
            <a:endParaRPr b="0" lang="en-US" sz="1879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1879" spc="-1" strike="noStrike">
                <a:solidFill>
                  <a:schemeClr val="dk1"/>
                </a:solidFill>
                <a:latin typeface="Microsoft YaHei"/>
                <a:ea typeface="Microsoft YaHei"/>
              </a:rPr>
              <a:t>copy-in/copy-out </a:t>
            </a:r>
            <a:r>
              <a:rPr b="0" lang="zh-CN" sz="1879" spc="-1" strike="noStrike">
                <a:solidFill>
                  <a:schemeClr val="dk1"/>
                </a:solidFill>
                <a:latin typeface="Microsoft YaHei"/>
                <a:ea typeface="Microsoft YaHei"/>
              </a:rPr>
              <a:t>前先检查并 </a:t>
            </a:r>
            <a:r>
              <a:rPr b="0" lang="en-US" sz="1879" spc="-1" strike="noStrike">
                <a:solidFill>
                  <a:schemeClr val="dk1"/>
                </a:solidFill>
                <a:latin typeface="Microsoft YaHei"/>
                <a:ea typeface="Microsoft YaHei"/>
              </a:rPr>
              <a:t>fault-in</a:t>
            </a:r>
            <a:endParaRPr b="0" lang="en-US" sz="1879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30" name="StarryXStyle-header-logo" descr=""/>
          <p:cNvPicPr/>
          <p:nvPr/>
        </p:nvPicPr>
        <p:blipFill>
          <a:blip r:embed="rId2"/>
          <a:stretch/>
        </p:blipFill>
        <p:spPr>
          <a:xfrm>
            <a:off x="150120" y="119880"/>
            <a:ext cx="2548080" cy="608040"/>
          </a:xfrm>
          <a:prstGeom prst="rect">
            <a:avLst/>
          </a:prstGeom>
          <a:ln w="0">
            <a:noFill/>
          </a:ln>
        </p:spPr>
      </p:pic>
      <p:sp>
        <p:nvSpPr>
          <p:cNvPr id="231" name="StarryXStyle-nav-active"/>
          <p:cNvSpPr/>
          <p:nvPr/>
        </p:nvSpPr>
        <p:spPr>
          <a:xfrm>
            <a:off x="7553880" y="0"/>
            <a:ext cx="1082880" cy="708120"/>
          </a:xfrm>
          <a:prstGeom prst="rect">
            <a:avLst/>
          </a:prstGeom>
          <a:solidFill>
            <a:srgbClr val="0078b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2" name="StarryXStyle-nav-1"/>
          <p:cNvSpPr/>
          <p:nvPr/>
        </p:nvSpPr>
        <p:spPr>
          <a:xfrm>
            <a:off x="4299840" y="245160"/>
            <a:ext cx="1082880" cy="25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ct val="100000"/>
              </a:lnSpc>
            </a:pPr>
            <a:r>
              <a:rPr b="0" lang="zh-CN" sz="980" spc="-1" strike="noStrike">
                <a:solidFill>
                  <a:srgbClr val="555555"/>
                </a:solidFill>
                <a:latin typeface="Microsoft YaHei"/>
                <a:ea typeface="Microsoft YaHei"/>
              </a:rPr>
              <a:t>项目概况</a:t>
            </a:r>
            <a:endParaRPr b="0" lang="en-US" sz="9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3" name="StarryXStyle-nav-2"/>
          <p:cNvSpPr/>
          <p:nvPr/>
        </p:nvSpPr>
        <p:spPr>
          <a:xfrm>
            <a:off x="5384520" y="245160"/>
            <a:ext cx="1082880" cy="25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ct val="100000"/>
              </a:lnSpc>
            </a:pPr>
            <a:r>
              <a:rPr b="0" lang="zh-CN" sz="980" spc="-1" strike="noStrike">
                <a:solidFill>
                  <a:srgbClr val="555555"/>
                </a:solidFill>
                <a:latin typeface="Microsoft YaHei"/>
                <a:ea typeface="Microsoft YaHei"/>
              </a:rPr>
              <a:t>成果展示</a:t>
            </a:r>
            <a:endParaRPr b="0" lang="en-US" sz="9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4" name="StarryXStyle-nav-3"/>
          <p:cNvSpPr/>
          <p:nvPr/>
        </p:nvSpPr>
        <p:spPr>
          <a:xfrm>
            <a:off x="6469200" y="245160"/>
            <a:ext cx="1082880" cy="25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ct val="100000"/>
              </a:lnSpc>
            </a:pPr>
            <a:r>
              <a:rPr b="0" lang="zh-CN" sz="980" spc="-1" strike="noStrike">
                <a:solidFill>
                  <a:srgbClr val="555555"/>
                </a:solidFill>
                <a:latin typeface="Microsoft YaHei"/>
                <a:ea typeface="Microsoft YaHei"/>
              </a:rPr>
              <a:t>架构兼容</a:t>
            </a:r>
            <a:endParaRPr b="0" lang="en-US" sz="9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5" name="StarryXStyle-nav-4"/>
          <p:cNvSpPr/>
          <p:nvPr/>
        </p:nvSpPr>
        <p:spPr>
          <a:xfrm>
            <a:off x="7553880" y="190080"/>
            <a:ext cx="1082880" cy="25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980" spc="-1" strike="noStrike">
                <a:solidFill>
                  <a:srgbClr val="ffffff"/>
                </a:solidFill>
                <a:latin typeface="Microsoft YaHei"/>
                <a:ea typeface="Microsoft YaHei"/>
              </a:rPr>
              <a:t>内存进程</a:t>
            </a:r>
            <a:endParaRPr b="0" lang="en-US" sz="9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6" name="StarryXStyle-nav-5"/>
          <p:cNvSpPr/>
          <p:nvPr/>
        </p:nvSpPr>
        <p:spPr>
          <a:xfrm>
            <a:off x="8638200" y="245160"/>
            <a:ext cx="1082880" cy="25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ct val="100000"/>
              </a:lnSpc>
            </a:pPr>
            <a:r>
              <a:rPr b="0" lang="zh-CN" sz="980" spc="-1" strike="noStrike">
                <a:solidFill>
                  <a:srgbClr val="555555"/>
                </a:solidFill>
                <a:latin typeface="Microsoft YaHei"/>
                <a:ea typeface="Microsoft YaHei"/>
              </a:rPr>
              <a:t>文件</a:t>
            </a:r>
            <a:r>
              <a:rPr b="0" lang="en-US" sz="980" spc="-1" strike="noStrike">
                <a:solidFill>
                  <a:srgbClr val="555555"/>
                </a:solidFill>
                <a:latin typeface="Microsoft YaHei"/>
                <a:ea typeface="Microsoft YaHei"/>
              </a:rPr>
              <a:t>IPC</a:t>
            </a:r>
            <a:endParaRPr b="0" lang="en-US" sz="9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7" name="StarryXStyle-nav-6"/>
          <p:cNvSpPr/>
          <p:nvPr/>
        </p:nvSpPr>
        <p:spPr>
          <a:xfrm>
            <a:off x="9722880" y="245160"/>
            <a:ext cx="1082880" cy="25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ct val="100000"/>
              </a:lnSpc>
            </a:pPr>
            <a:r>
              <a:rPr b="0" lang="zh-CN" sz="980" spc="-1" strike="noStrike">
                <a:solidFill>
                  <a:srgbClr val="555555"/>
                </a:solidFill>
                <a:latin typeface="Microsoft YaHei"/>
                <a:ea typeface="Microsoft YaHei"/>
              </a:rPr>
              <a:t>网络多架构</a:t>
            </a:r>
            <a:endParaRPr b="0" lang="en-US" sz="9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8" name="StarryXStyle-nav-7"/>
          <p:cNvSpPr/>
          <p:nvPr/>
        </p:nvSpPr>
        <p:spPr>
          <a:xfrm>
            <a:off x="10807560" y="245160"/>
            <a:ext cx="1082880" cy="25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ct val="100000"/>
              </a:lnSpc>
            </a:pPr>
            <a:r>
              <a:rPr b="0" lang="zh-CN" sz="980" spc="-1" strike="noStrike">
                <a:solidFill>
                  <a:srgbClr val="555555"/>
                </a:solidFill>
                <a:latin typeface="Microsoft YaHei"/>
                <a:ea typeface="Microsoft YaHei"/>
              </a:rPr>
              <a:t>总结展望</a:t>
            </a:r>
            <a:endParaRPr b="0" lang="en-US" sz="9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9" name="StarryXStyle-title-marker"/>
          <p:cNvSpPr/>
          <p:nvPr/>
        </p:nvSpPr>
        <p:spPr>
          <a:xfrm>
            <a:off x="529920" y="1239840"/>
            <a:ext cx="1681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ct val="100000"/>
              </a:lnSpc>
            </a:pPr>
            <a:r>
              <a:rPr b="1" lang="en-US" sz="1350" spc="-1" strike="noStrike">
                <a:solidFill>
                  <a:srgbClr val="111111"/>
                </a:solidFill>
                <a:latin typeface="Microsoft YaHei"/>
                <a:ea typeface="Microsoft YaHei"/>
              </a:rPr>
              <a:t>&gt;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rect 52"/>
          <p:cNvSpPr/>
          <p:nvPr/>
        </p:nvSpPr>
        <p:spPr>
          <a:xfrm>
            <a:off x="0" y="-16560"/>
            <a:ext cx="12188520" cy="6856200"/>
          </a:xfrm>
          <a:prstGeom prst="rect">
            <a:avLst/>
          </a:prstGeom>
          <a:solidFill>
            <a:srgbClr val="f2f2f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 defTabSz="914400">
              <a:lnSpc>
                <a:spcPct val="100000"/>
              </a:lnSpc>
            </a:pPr>
            <a:endParaRPr b="0" lang="en-US" sz="12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241" name="Title"/>
          <p:cNvSpPr/>
          <p:nvPr/>
        </p:nvSpPr>
        <p:spPr>
          <a:xfrm>
            <a:off x="650160" y="1187280"/>
            <a:ext cx="10197360" cy="432720"/>
          </a:xfrm>
          <a:prstGeom prst="rect">
            <a:avLst/>
          </a:prstGeom>
          <a:noFill/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1" lang="zh-CN" sz="2250" spc="-1" strike="noStrike">
                <a:solidFill>
                  <a:srgbClr val="0078bd"/>
                </a:solidFill>
                <a:latin typeface="Microsoft YaHei"/>
                <a:ea typeface="Microsoft YaHei"/>
              </a:rPr>
              <a:t>内存管理：分层实现</a:t>
            </a:r>
            <a:endParaRPr b="0" lang="en-US" sz="2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2" name="Body"/>
          <p:cNvSpPr/>
          <p:nvPr/>
        </p:nvSpPr>
        <p:spPr>
          <a:xfrm>
            <a:off x="1205280" y="2356920"/>
            <a:ext cx="9774360" cy="2323080"/>
          </a:xfrm>
          <a:prstGeom prst="roundRect">
            <a:avLst>
              <a:gd name="adj" fmla="val 16667"/>
            </a:avLst>
          </a:prstGeom>
          <a:noFill/>
          <a:ln w="12700">
            <a:solidFill>
              <a:srgbClr val="4472c4"/>
            </a:solidFill>
            <a:prstDash val="dash"/>
            <a:miter/>
          </a:ln>
        </p:spPr>
        <p:style>
          <a:lnRef idx="0">
            <a:schemeClr val="accent1"/>
          </a:lnRef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457200" indent="-457200" defTabSz="914400">
              <a:lnSpc>
                <a:spcPct val="100000"/>
              </a:lnSpc>
              <a:buClr>
                <a:srgbClr val="000000"/>
              </a:buClr>
              <a:buFont typeface="OpenSymbol"/>
              <a:buAutoNum type="arabicPeriod"/>
            </a:pPr>
            <a:r>
              <a:rPr b="0" lang="zh-CN" sz="1879" spc="-1" strike="noStrike">
                <a:solidFill>
                  <a:schemeClr val="dk1"/>
                </a:solidFill>
                <a:latin typeface="Microsoft YaHei"/>
                <a:ea typeface="Microsoft YaHei"/>
              </a:rPr>
              <a:t>物理层：页帧和字节级 </a:t>
            </a:r>
            <a:r>
              <a:rPr b="0" lang="en-US" sz="1879" spc="-1" strike="noStrike">
                <a:solidFill>
                  <a:schemeClr val="dk1"/>
                </a:solidFill>
                <a:latin typeface="Microsoft YaHei"/>
                <a:ea typeface="Microsoft YaHei"/>
              </a:rPr>
              <a:t>heap </a:t>
            </a:r>
            <a:r>
              <a:rPr b="0" lang="zh-CN" sz="1879" spc="-1" strike="noStrike">
                <a:solidFill>
                  <a:schemeClr val="dk1"/>
                </a:solidFill>
                <a:latin typeface="Microsoft YaHei"/>
                <a:ea typeface="Microsoft YaHei"/>
              </a:rPr>
              <a:t>分配</a:t>
            </a:r>
            <a:endParaRPr b="0" lang="en-US" sz="1879" spc="-1" strike="noStrike">
              <a:solidFill>
                <a:srgbClr val="000000"/>
              </a:solidFill>
              <a:latin typeface="Arial"/>
            </a:endParaRPr>
          </a:p>
          <a:p>
            <a:pPr marL="457200" indent="-457200" defTabSz="914400">
              <a:lnSpc>
                <a:spcPct val="100000"/>
              </a:lnSpc>
              <a:buClr>
                <a:srgbClr val="000000"/>
              </a:buClr>
              <a:buFont typeface="OpenSymbol"/>
              <a:buAutoNum type="arabicPeriod"/>
            </a:pPr>
            <a:r>
              <a:rPr b="0" lang="zh-CN" sz="1879" spc="-1" strike="noStrike">
                <a:solidFill>
                  <a:schemeClr val="dk1"/>
                </a:solidFill>
                <a:latin typeface="Microsoft YaHei"/>
                <a:ea typeface="Microsoft YaHei"/>
              </a:rPr>
              <a:t>虚拟层：</a:t>
            </a:r>
            <a:r>
              <a:rPr b="0" lang="en-US" sz="1879" spc="-1" strike="noStrike">
                <a:solidFill>
                  <a:schemeClr val="dk1"/>
                </a:solidFill>
                <a:latin typeface="Microsoft YaHei"/>
                <a:ea typeface="Microsoft YaHei"/>
              </a:rPr>
              <a:t>AddrSpace</a:t>
            </a:r>
            <a:r>
              <a:rPr b="0" lang="zh-CN" sz="1879" spc="-1" strike="noStrike">
                <a:solidFill>
                  <a:schemeClr val="dk1"/>
                </a:solidFill>
                <a:latin typeface="Microsoft YaHei"/>
                <a:ea typeface="Microsoft YaHei"/>
              </a:rPr>
              <a:t>、</a:t>
            </a:r>
            <a:r>
              <a:rPr b="0" lang="en-US" sz="1879" spc="-1" strike="noStrike">
                <a:solidFill>
                  <a:schemeClr val="dk1"/>
                </a:solidFill>
                <a:latin typeface="Microsoft YaHei"/>
                <a:ea typeface="Microsoft YaHei"/>
              </a:rPr>
              <a:t>MemorySet </a:t>
            </a:r>
            <a:r>
              <a:rPr b="0" lang="zh-CN" sz="1879" spc="-1" strike="noStrike">
                <a:solidFill>
                  <a:schemeClr val="dk1"/>
                </a:solidFill>
                <a:latin typeface="Microsoft YaHei"/>
                <a:ea typeface="Microsoft YaHei"/>
              </a:rPr>
              <a:t>和 </a:t>
            </a:r>
            <a:r>
              <a:rPr b="0" lang="en-US" sz="1879" spc="-1" strike="noStrike">
                <a:solidFill>
                  <a:schemeClr val="dk1"/>
                </a:solidFill>
                <a:latin typeface="Microsoft YaHei"/>
                <a:ea typeface="Microsoft YaHei"/>
              </a:rPr>
              <a:t>PageTable </a:t>
            </a:r>
            <a:r>
              <a:rPr b="0" lang="zh-CN" sz="1879" spc="-1" strike="noStrike">
                <a:solidFill>
                  <a:schemeClr val="dk1"/>
                </a:solidFill>
                <a:latin typeface="Microsoft YaHei"/>
                <a:ea typeface="Microsoft YaHei"/>
              </a:rPr>
              <a:t>管理映射</a:t>
            </a:r>
            <a:endParaRPr b="0" lang="en-US" sz="1879" spc="-1" strike="noStrike">
              <a:solidFill>
                <a:srgbClr val="000000"/>
              </a:solidFill>
              <a:latin typeface="Arial"/>
            </a:endParaRPr>
          </a:p>
          <a:p>
            <a:pPr marL="457200" indent="-457200" defTabSz="914400">
              <a:lnSpc>
                <a:spcPct val="100000"/>
              </a:lnSpc>
              <a:buClr>
                <a:srgbClr val="000000"/>
              </a:buClr>
              <a:buFont typeface="OpenSymbol"/>
              <a:buAutoNum type="arabicPeriod"/>
            </a:pPr>
            <a:r>
              <a:rPr b="0" lang="zh-CN" sz="1879" spc="-1" strike="noStrike">
                <a:solidFill>
                  <a:schemeClr val="dk1"/>
                </a:solidFill>
                <a:latin typeface="Microsoft YaHei"/>
                <a:ea typeface="Microsoft YaHei"/>
              </a:rPr>
              <a:t>接口层：</a:t>
            </a:r>
            <a:r>
              <a:rPr b="0" lang="en-US" sz="1879" spc="-1" strike="noStrike">
                <a:solidFill>
                  <a:schemeClr val="dk1"/>
                </a:solidFill>
                <a:latin typeface="Microsoft YaHei"/>
                <a:ea typeface="Microsoft YaHei"/>
              </a:rPr>
              <a:t>brk / mmap / mprotect / munmap / mremap </a:t>
            </a:r>
            <a:r>
              <a:rPr b="0" lang="zh-CN" sz="1879" spc="-1" strike="noStrike">
                <a:solidFill>
                  <a:schemeClr val="dk1"/>
                </a:solidFill>
                <a:latin typeface="Microsoft YaHei"/>
                <a:ea typeface="Microsoft YaHei"/>
              </a:rPr>
              <a:t>对接 </a:t>
            </a:r>
            <a:r>
              <a:rPr b="0" lang="en-US" sz="1879" spc="-1" strike="noStrike">
                <a:solidFill>
                  <a:schemeClr val="dk1"/>
                </a:solidFill>
                <a:latin typeface="Microsoft YaHei"/>
                <a:ea typeface="Microsoft YaHei"/>
              </a:rPr>
              <a:t>Linux ABI</a:t>
            </a:r>
            <a:endParaRPr b="0" lang="en-US" sz="1879" spc="-1" strike="noStrike">
              <a:solidFill>
                <a:srgbClr val="000000"/>
              </a:solidFill>
              <a:latin typeface="Arial"/>
            </a:endParaRPr>
          </a:p>
          <a:p>
            <a:pPr marL="457200" indent="-457200" defTabSz="914400">
              <a:lnSpc>
                <a:spcPct val="100000"/>
              </a:lnSpc>
              <a:buClr>
                <a:srgbClr val="000000"/>
              </a:buClr>
              <a:buFont typeface="OpenSymbol"/>
              <a:buAutoNum type="arabicPeriod"/>
            </a:pPr>
            <a:r>
              <a:rPr b="0" lang="zh-CN" sz="1879" spc="-1" strike="noStrike">
                <a:solidFill>
                  <a:schemeClr val="dk1"/>
                </a:solidFill>
                <a:latin typeface="Microsoft YaHei"/>
                <a:ea typeface="Microsoft YaHei"/>
              </a:rPr>
              <a:t>安全层：用户</a:t>
            </a:r>
            <a:r>
              <a:rPr b="0" lang="en-US" sz="1879" spc="-1" strike="noStrike">
                <a:solidFill>
                  <a:schemeClr val="dk1"/>
                </a:solidFill>
                <a:latin typeface="Microsoft YaHei"/>
                <a:ea typeface="Microsoft YaHei"/>
              </a:rPr>
              <a:t>/</a:t>
            </a:r>
            <a:r>
              <a:rPr b="0" lang="zh-CN" sz="1879" spc="-1" strike="noStrike">
                <a:solidFill>
                  <a:schemeClr val="dk1"/>
                </a:solidFill>
                <a:latin typeface="Microsoft YaHei"/>
                <a:ea typeface="Microsoft YaHei"/>
              </a:rPr>
              <a:t>内核地址空间隔离，用户指针统一检查</a:t>
            </a:r>
            <a:endParaRPr b="0" lang="en-US" sz="1879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79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zh-CN" sz="1879" spc="-1" strike="noStrike">
                <a:solidFill>
                  <a:schemeClr val="dk1"/>
                </a:solidFill>
                <a:latin typeface="Microsoft YaHei"/>
                <a:ea typeface="Microsoft YaHei"/>
              </a:rPr>
              <a:t>物理页、虚拟映射和 </a:t>
            </a:r>
            <a:r>
              <a:rPr b="0" lang="en-US" sz="1879" spc="-1" strike="noStrike">
                <a:solidFill>
                  <a:schemeClr val="dk1"/>
                </a:solidFill>
                <a:latin typeface="Microsoft YaHei"/>
                <a:ea typeface="Microsoft YaHei"/>
              </a:rPr>
              <a:t>syscall </a:t>
            </a:r>
            <a:r>
              <a:rPr b="0" lang="zh-CN" sz="1879" spc="-1" strike="noStrike">
                <a:solidFill>
                  <a:schemeClr val="dk1"/>
                </a:solidFill>
                <a:latin typeface="Microsoft YaHei"/>
                <a:ea typeface="Microsoft YaHei"/>
              </a:rPr>
              <a:t>边界各管一层</a:t>
            </a:r>
            <a:endParaRPr b="0" lang="en-US" sz="1879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zh-CN" sz="1879" spc="-1" strike="noStrike">
                <a:solidFill>
                  <a:schemeClr val="dk1"/>
                </a:solidFill>
                <a:latin typeface="Microsoft YaHei"/>
                <a:ea typeface="Microsoft YaHei"/>
              </a:rPr>
              <a:t>问题定位更清楚，跨架构页表差异也更容易隔离</a:t>
            </a:r>
            <a:endParaRPr b="0" lang="en-US" sz="1879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43" name="StarryXStyle-header-logo" descr=""/>
          <p:cNvPicPr/>
          <p:nvPr/>
        </p:nvPicPr>
        <p:blipFill>
          <a:blip r:embed="rId1"/>
          <a:stretch/>
        </p:blipFill>
        <p:spPr>
          <a:xfrm>
            <a:off x="150120" y="119880"/>
            <a:ext cx="2548080" cy="608040"/>
          </a:xfrm>
          <a:prstGeom prst="rect">
            <a:avLst/>
          </a:prstGeom>
          <a:ln w="0">
            <a:noFill/>
          </a:ln>
        </p:spPr>
      </p:pic>
      <p:sp>
        <p:nvSpPr>
          <p:cNvPr id="244" name="StarryXStyle-nav-active"/>
          <p:cNvSpPr/>
          <p:nvPr/>
        </p:nvSpPr>
        <p:spPr>
          <a:xfrm>
            <a:off x="7553880" y="0"/>
            <a:ext cx="1082880" cy="708120"/>
          </a:xfrm>
          <a:prstGeom prst="rect">
            <a:avLst/>
          </a:prstGeom>
          <a:solidFill>
            <a:srgbClr val="0078b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5" name="StarryXStyle-nav-1"/>
          <p:cNvSpPr/>
          <p:nvPr/>
        </p:nvSpPr>
        <p:spPr>
          <a:xfrm>
            <a:off x="4299840" y="245160"/>
            <a:ext cx="1082880" cy="25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ct val="100000"/>
              </a:lnSpc>
            </a:pPr>
            <a:r>
              <a:rPr b="0" lang="zh-CN" sz="980" spc="-1" strike="noStrike">
                <a:solidFill>
                  <a:srgbClr val="555555"/>
                </a:solidFill>
                <a:latin typeface="Microsoft YaHei"/>
                <a:ea typeface="Microsoft YaHei"/>
              </a:rPr>
              <a:t>项目概况</a:t>
            </a:r>
            <a:endParaRPr b="0" lang="en-US" sz="9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6" name="StarryXStyle-nav-2"/>
          <p:cNvSpPr/>
          <p:nvPr/>
        </p:nvSpPr>
        <p:spPr>
          <a:xfrm>
            <a:off x="5384520" y="245160"/>
            <a:ext cx="1082880" cy="25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ct val="100000"/>
              </a:lnSpc>
            </a:pPr>
            <a:r>
              <a:rPr b="0" lang="zh-CN" sz="980" spc="-1" strike="noStrike">
                <a:solidFill>
                  <a:srgbClr val="555555"/>
                </a:solidFill>
                <a:latin typeface="Microsoft YaHei"/>
                <a:ea typeface="Microsoft YaHei"/>
              </a:rPr>
              <a:t>成果展示</a:t>
            </a:r>
            <a:endParaRPr b="0" lang="en-US" sz="9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7" name="StarryXStyle-nav-3"/>
          <p:cNvSpPr/>
          <p:nvPr/>
        </p:nvSpPr>
        <p:spPr>
          <a:xfrm>
            <a:off x="6469200" y="245160"/>
            <a:ext cx="1082880" cy="25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ct val="100000"/>
              </a:lnSpc>
            </a:pPr>
            <a:r>
              <a:rPr b="0" lang="zh-CN" sz="980" spc="-1" strike="noStrike">
                <a:solidFill>
                  <a:srgbClr val="555555"/>
                </a:solidFill>
                <a:latin typeface="Microsoft YaHei"/>
                <a:ea typeface="Microsoft YaHei"/>
              </a:rPr>
              <a:t>架构兼容</a:t>
            </a:r>
            <a:endParaRPr b="0" lang="en-US" sz="9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8" name="StarryXStyle-nav-4"/>
          <p:cNvSpPr/>
          <p:nvPr/>
        </p:nvSpPr>
        <p:spPr>
          <a:xfrm>
            <a:off x="7553880" y="190080"/>
            <a:ext cx="1082880" cy="25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980" spc="-1" strike="noStrike">
                <a:solidFill>
                  <a:srgbClr val="ffffff"/>
                </a:solidFill>
                <a:latin typeface="Microsoft YaHei"/>
                <a:ea typeface="Microsoft YaHei"/>
              </a:rPr>
              <a:t>内存进程</a:t>
            </a:r>
            <a:endParaRPr b="0" lang="en-US" sz="9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9" name="StarryXStyle-nav-5"/>
          <p:cNvSpPr/>
          <p:nvPr/>
        </p:nvSpPr>
        <p:spPr>
          <a:xfrm>
            <a:off x="8638200" y="245160"/>
            <a:ext cx="1082880" cy="25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ct val="100000"/>
              </a:lnSpc>
            </a:pPr>
            <a:r>
              <a:rPr b="0" lang="zh-CN" sz="980" spc="-1" strike="noStrike">
                <a:solidFill>
                  <a:srgbClr val="555555"/>
                </a:solidFill>
                <a:latin typeface="Microsoft YaHei"/>
                <a:ea typeface="Microsoft YaHei"/>
              </a:rPr>
              <a:t>文件</a:t>
            </a:r>
            <a:r>
              <a:rPr b="0" lang="en-US" sz="980" spc="-1" strike="noStrike">
                <a:solidFill>
                  <a:srgbClr val="555555"/>
                </a:solidFill>
                <a:latin typeface="Microsoft YaHei"/>
                <a:ea typeface="Microsoft YaHei"/>
              </a:rPr>
              <a:t>IPC</a:t>
            </a:r>
            <a:endParaRPr b="0" lang="en-US" sz="9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0" name="StarryXStyle-nav-6"/>
          <p:cNvSpPr/>
          <p:nvPr/>
        </p:nvSpPr>
        <p:spPr>
          <a:xfrm>
            <a:off x="9722880" y="245160"/>
            <a:ext cx="1082880" cy="25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ct val="100000"/>
              </a:lnSpc>
            </a:pPr>
            <a:r>
              <a:rPr b="0" lang="zh-CN" sz="980" spc="-1" strike="noStrike">
                <a:solidFill>
                  <a:srgbClr val="555555"/>
                </a:solidFill>
                <a:latin typeface="Microsoft YaHei"/>
                <a:ea typeface="Microsoft YaHei"/>
              </a:rPr>
              <a:t>网络多架构</a:t>
            </a:r>
            <a:endParaRPr b="0" lang="en-US" sz="9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1" name="StarryXStyle-nav-7"/>
          <p:cNvSpPr/>
          <p:nvPr/>
        </p:nvSpPr>
        <p:spPr>
          <a:xfrm>
            <a:off x="10807560" y="245160"/>
            <a:ext cx="1082880" cy="25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ct val="100000"/>
              </a:lnSpc>
            </a:pPr>
            <a:r>
              <a:rPr b="0" lang="zh-CN" sz="980" spc="-1" strike="noStrike">
                <a:solidFill>
                  <a:srgbClr val="555555"/>
                </a:solidFill>
                <a:latin typeface="Microsoft YaHei"/>
                <a:ea typeface="Microsoft YaHei"/>
              </a:rPr>
              <a:t>总结展望</a:t>
            </a:r>
            <a:endParaRPr b="0" lang="en-US" sz="9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2" name="StarryXStyle-title-marker"/>
          <p:cNvSpPr/>
          <p:nvPr/>
        </p:nvSpPr>
        <p:spPr>
          <a:xfrm>
            <a:off x="529920" y="1239840"/>
            <a:ext cx="1681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ct val="100000"/>
              </a:lnSpc>
            </a:pPr>
            <a:r>
              <a:rPr b="1" lang="en-US" sz="1350" spc="-1" strike="noStrike">
                <a:solidFill>
                  <a:srgbClr val="111111"/>
                </a:solidFill>
                <a:latin typeface="Microsoft YaHei"/>
                <a:ea typeface="Microsoft YaHei"/>
              </a:rPr>
              <a:t>&gt;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rect 52"/>
          <p:cNvSpPr/>
          <p:nvPr/>
        </p:nvSpPr>
        <p:spPr>
          <a:xfrm>
            <a:off x="1800" y="0"/>
            <a:ext cx="12188520" cy="6856200"/>
          </a:xfrm>
          <a:prstGeom prst="rect">
            <a:avLst/>
          </a:prstGeom>
          <a:solidFill>
            <a:srgbClr val="f2f2f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 defTabSz="914400">
              <a:lnSpc>
                <a:spcPct val="100000"/>
              </a:lnSpc>
            </a:pPr>
            <a:endParaRPr b="0" lang="en-US" sz="12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254" name="Title"/>
          <p:cNvSpPr/>
          <p:nvPr/>
        </p:nvSpPr>
        <p:spPr>
          <a:xfrm>
            <a:off x="650160" y="1187280"/>
            <a:ext cx="10197360" cy="432720"/>
          </a:xfrm>
          <a:prstGeom prst="rect">
            <a:avLst/>
          </a:prstGeom>
          <a:noFill/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1" lang="zh-CN" sz="2250" spc="-1" strike="noStrike">
                <a:solidFill>
                  <a:srgbClr val="0078bd"/>
                </a:solidFill>
                <a:latin typeface="Microsoft YaHei"/>
                <a:ea typeface="Microsoft YaHei"/>
              </a:rPr>
              <a:t>任务与进程管理</a:t>
            </a:r>
            <a:endParaRPr b="0" lang="en-US" sz="2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5" name="Body"/>
          <p:cNvSpPr/>
          <p:nvPr/>
        </p:nvSpPr>
        <p:spPr>
          <a:xfrm>
            <a:off x="640080" y="1994400"/>
            <a:ext cx="4942800" cy="3593160"/>
          </a:xfrm>
          <a:prstGeom prst="roundRect">
            <a:avLst>
              <a:gd name="adj" fmla="val 16667"/>
            </a:avLst>
          </a:prstGeom>
          <a:noFill/>
          <a:ln w="12700">
            <a:solidFill>
              <a:srgbClr val="4472c4"/>
            </a:solidFill>
            <a:prstDash val="dash"/>
            <a:miter/>
          </a:ln>
        </p:spPr>
        <p:style>
          <a:lnRef idx="0">
            <a:schemeClr val="accent1"/>
          </a:lnRef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zh-CN" sz="1879" spc="-1" strike="noStrike">
                <a:solidFill>
                  <a:schemeClr val="dk1"/>
                </a:solidFill>
                <a:latin typeface="Microsoft YaHei"/>
                <a:ea typeface="Microsoft YaHei"/>
              </a:rPr>
              <a:t>核心思路</a:t>
            </a:r>
            <a:endParaRPr b="0" lang="en-US" sz="1879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1879" spc="-1" strike="noStrike">
                <a:solidFill>
                  <a:schemeClr val="dk1"/>
                </a:solidFill>
                <a:latin typeface="Microsoft YaHei"/>
                <a:ea typeface="Microsoft YaHei"/>
              </a:rPr>
              <a:t>axtask </a:t>
            </a:r>
            <a:r>
              <a:rPr b="0" lang="zh-CN" sz="1879" spc="-1" strike="noStrike">
                <a:solidFill>
                  <a:schemeClr val="dk1"/>
                </a:solidFill>
                <a:latin typeface="Microsoft YaHei"/>
                <a:ea typeface="Microsoft YaHei"/>
              </a:rPr>
              <a:t>负责调度：哪个任务该运行</a:t>
            </a:r>
            <a:endParaRPr b="0" lang="en-US" sz="1879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1879" spc="-1" strike="noStrike">
                <a:solidFill>
                  <a:schemeClr val="dk1"/>
                </a:solidFill>
                <a:latin typeface="Microsoft YaHei"/>
                <a:ea typeface="Microsoft YaHei"/>
              </a:rPr>
              <a:t>UserProcess </a:t>
            </a:r>
            <a:r>
              <a:rPr b="0" lang="zh-CN" sz="1879" spc="-1" strike="noStrike">
                <a:solidFill>
                  <a:schemeClr val="dk1"/>
                </a:solidFill>
                <a:latin typeface="Microsoft YaHei"/>
                <a:ea typeface="Microsoft YaHei"/>
              </a:rPr>
              <a:t>负责 </a:t>
            </a:r>
            <a:r>
              <a:rPr b="0" lang="en-US" sz="1879" spc="-1" strike="noStrike">
                <a:solidFill>
                  <a:schemeClr val="dk1"/>
                </a:solidFill>
                <a:latin typeface="Microsoft YaHei"/>
                <a:ea typeface="Microsoft YaHei"/>
              </a:rPr>
              <a:t>Linux </a:t>
            </a:r>
            <a:r>
              <a:rPr b="0" lang="zh-CN" sz="1879" spc="-1" strike="noStrike">
                <a:solidFill>
                  <a:schemeClr val="dk1"/>
                </a:solidFill>
                <a:latin typeface="Microsoft YaHei"/>
                <a:ea typeface="Microsoft YaHei"/>
              </a:rPr>
              <a:t>可见状态：</a:t>
            </a:r>
            <a:r>
              <a:rPr b="0" lang="en-US" sz="1879" spc="-1" strike="noStrike">
                <a:solidFill>
                  <a:schemeClr val="dk1"/>
                </a:solidFill>
                <a:latin typeface="Microsoft YaHei"/>
                <a:ea typeface="Microsoft YaHei"/>
              </a:rPr>
              <a:t>PID</a:t>
            </a:r>
            <a:r>
              <a:rPr b="0" lang="zh-CN" sz="1879" spc="-1" strike="noStrike">
                <a:solidFill>
                  <a:schemeClr val="dk1"/>
                </a:solidFill>
                <a:latin typeface="Microsoft YaHei"/>
                <a:ea typeface="Microsoft YaHei"/>
              </a:rPr>
              <a:t>、</a:t>
            </a:r>
            <a:r>
              <a:rPr b="0" lang="en-US" sz="1879" spc="-1" strike="noStrike">
                <a:solidFill>
                  <a:schemeClr val="dk1"/>
                </a:solidFill>
                <a:latin typeface="Microsoft YaHei"/>
                <a:ea typeface="Microsoft YaHei"/>
              </a:rPr>
              <a:t>FD</a:t>
            </a:r>
            <a:r>
              <a:rPr b="0" lang="zh-CN" sz="1879" spc="-1" strike="noStrike">
                <a:solidFill>
                  <a:schemeClr val="dk1"/>
                </a:solidFill>
                <a:latin typeface="Microsoft YaHei"/>
                <a:ea typeface="Microsoft YaHei"/>
              </a:rPr>
              <a:t>、信号、地址空间、退出码</a:t>
            </a:r>
            <a:endParaRPr b="0" lang="en-US" sz="1879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1879" spc="-1" strike="noStrike">
                <a:solidFill>
                  <a:schemeClr val="dk1"/>
                </a:solidFill>
                <a:latin typeface="Microsoft YaHei"/>
                <a:ea typeface="Microsoft YaHei"/>
              </a:rPr>
              <a:t>fork / clone / execve / wait / exit </a:t>
            </a:r>
            <a:r>
              <a:rPr b="0" lang="zh-CN" sz="1879" spc="-1" strike="noStrike">
                <a:solidFill>
                  <a:schemeClr val="dk1"/>
                </a:solidFill>
                <a:latin typeface="Microsoft YaHei"/>
                <a:ea typeface="Microsoft YaHei"/>
              </a:rPr>
              <a:t>围绕 </a:t>
            </a:r>
            <a:r>
              <a:rPr b="0" lang="en-US" sz="1879" spc="-1" strike="noStrike">
                <a:solidFill>
                  <a:schemeClr val="dk1"/>
                </a:solidFill>
                <a:latin typeface="Microsoft YaHei"/>
                <a:ea typeface="Microsoft YaHei"/>
              </a:rPr>
              <a:t>UserProcess </a:t>
            </a:r>
            <a:r>
              <a:rPr b="0" lang="zh-CN" sz="1879" spc="-1" strike="noStrike">
                <a:solidFill>
                  <a:schemeClr val="dk1"/>
                </a:solidFill>
                <a:latin typeface="Microsoft YaHei"/>
                <a:ea typeface="Microsoft YaHei"/>
              </a:rPr>
              <a:t>组织</a:t>
            </a:r>
            <a:endParaRPr b="0" lang="en-US" sz="1879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zh-CN" sz="1879" spc="-1" strike="noStrike">
                <a:solidFill>
                  <a:schemeClr val="dk1"/>
                </a:solidFill>
                <a:latin typeface="Microsoft YaHei"/>
                <a:ea typeface="Microsoft YaHei"/>
              </a:rPr>
              <a:t>作用</a:t>
            </a:r>
            <a:endParaRPr b="0" lang="en-US" sz="1879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zh-CN" sz="1879" spc="-1" strike="noStrike">
                <a:solidFill>
                  <a:schemeClr val="dk1"/>
                </a:solidFill>
                <a:latin typeface="Microsoft YaHei"/>
                <a:ea typeface="Microsoft YaHei"/>
              </a:rPr>
              <a:t>底层调度模型保持简单</a:t>
            </a:r>
            <a:endParaRPr b="0" lang="en-US" sz="1879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1879" spc="-1" strike="noStrike">
                <a:solidFill>
                  <a:schemeClr val="dk1"/>
                </a:solidFill>
                <a:latin typeface="Microsoft YaHei"/>
                <a:ea typeface="Microsoft YaHei"/>
              </a:rPr>
              <a:t>Linux </a:t>
            </a:r>
            <a:r>
              <a:rPr b="0" lang="zh-CN" sz="1879" spc="-1" strike="noStrike">
                <a:solidFill>
                  <a:schemeClr val="dk1"/>
                </a:solidFill>
                <a:latin typeface="Microsoft YaHei"/>
                <a:ea typeface="Microsoft YaHei"/>
              </a:rPr>
              <a:t>进程语义集中维护</a:t>
            </a:r>
            <a:endParaRPr b="0" lang="en-US" sz="1879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zh-CN" sz="1879" spc="-1" strike="noStrike">
                <a:solidFill>
                  <a:schemeClr val="dk1"/>
                </a:solidFill>
                <a:latin typeface="Microsoft YaHei"/>
                <a:ea typeface="Microsoft YaHei"/>
              </a:rPr>
              <a:t>父子关系、退出状态和资源回收更容易对齐 </a:t>
            </a:r>
            <a:r>
              <a:rPr b="0" lang="en-US" sz="1879" spc="-1" strike="noStrike">
                <a:solidFill>
                  <a:schemeClr val="dk1"/>
                </a:solidFill>
                <a:latin typeface="Microsoft YaHei"/>
                <a:ea typeface="Microsoft YaHei"/>
              </a:rPr>
              <a:t>Linux</a:t>
            </a:r>
            <a:endParaRPr b="0" lang="en-US" sz="1879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56" name="orays-04-task-process.png" descr=""/>
          <p:cNvPicPr/>
          <p:nvPr/>
        </p:nvPicPr>
        <p:blipFill>
          <a:blip r:embed="rId1"/>
          <a:stretch/>
        </p:blipFill>
        <p:spPr>
          <a:xfrm>
            <a:off x="5801040" y="1799640"/>
            <a:ext cx="5848920" cy="4098240"/>
          </a:xfrm>
          <a:prstGeom prst="rect">
            <a:avLst/>
          </a:prstGeom>
          <a:ln w="0">
            <a:noFill/>
          </a:ln>
        </p:spPr>
      </p:pic>
      <p:sp>
        <p:nvSpPr>
          <p:cNvPr id="257" name="Caption"/>
          <p:cNvSpPr/>
          <p:nvPr/>
        </p:nvSpPr>
        <p:spPr>
          <a:xfrm>
            <a:off x="7079400" y="6234480"/>
            <a:ext cx="4980240" cy="227160"/>
          </a:xfrm>
          <a:prstGeom prst="rect">
            <a:avLst/>
          </a:prstGeom>
          <a:noFill/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zh-CN" sz="900" spc="-1" strike="noStrike">
                <a:solidFill>
                  <a:schemeClr val="dk1"/>
                </a:solidFill>
                <a:latin typeface="Microsoft YaHei"/>
                <a:ea typeface="Microsoft YaHei"/>
              </a:rPr>
              <a:t>程序启动、</a:t>
            </a:r>
            <a:r>
              <a:rPr b="0" lang="en-US" sz="900" spc="-1" strike="noStrike">
                <a:solidFill>
                  <a:schemeClr val="dk1"/>
                </a:solidFill>
                <a:latin typeface="Microsoft YaHei"/>
                <a:ea typeface="Microsoft YaHei"/>
              </a:rPr>
              <a:t>UserProcess</a:t>
            </a:r>
            <a:r>
              <a:rPr b="0" lang="zh-CN" sz="900" spc="-1" strike="noStrike">
                <a:solidFill>
                  <a:schemeClr val="dk1"/>
                </a:solidFill>
                <a:latin typeface="Microsoft YaHei"/>
                <a:ea typeface="Microsoft YaHei"/>
              </a:rPr>
              <a:t>、</a:t>
            </a:r>
            <a:r>
              <a:rPr b="0" lang="en-US" sz="900" spc="-1" strike="noStrike">
                <a:solidFill>
                  <a:schemeClr val="dk1"/>
                </a:solidFill>
                <a:latin typeface="Microsoft YaHei"/>
                <a:ea typeface="Microsoft YaHei"/>
              </a:rPr>
              <a:t>TaskInner</a:t>
            </a:r>
            <a:r>
              <a:rPr b="0" lang="zh-CN" sz="900" spc="-1" strike="noStrike">
                <a:solidFill>
                  <a:schemeClr val="dk1"/>
                </a:solidFill>
                <a:latin typeface="Microsoft YaHei"/>
                <a:ea typeface="Microsoft YaHei"/>
              </a:rPr>
              <a:t>、</a:t>
            </a:r>
            <a:r>
              <a:rPr b="0" lang="en-US" sz="900" spc="-1" strike="noStrike">
                <a:solidFill>
                  <a:schemeClr val="dk1"/>
                </a:solidFill>
                <a:latin typeface="Microsoft YaHei"/>
                <a:ea typeface="Microsoft YaHei"/>
              </a:rPr>
              <a:t>RunQueue </a:t>
            </a:r>
            <a:r>
              <a:rPr b="0" lang="zh-CN" sz="900" spc="-1" strike="noStrike">
                <a:solidFill>
                  <a:schemeClr val="dk1"/>
                </a:solidFill>
                <a:latin typeface="Microsoft YaHei"/>
                <a:ea typeface="Microsoft YaHei"/>
              </a:rPr>
              <a:t>与上下文切换关系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58" name="StarryXStyle-header-logo" descr=""/>
          <p:cNvPicPr/>
          <p:nvPr/>
        </p:nvPicPr>
        <p:blipFill>
          <a:blip r:embed="rId2"/>
          <a:stretch/>
        </p:blipFill>
        <p:spPr>
          <a:xfrm>
            <a:off x="150120" y="119880"/>
            <a:ext cx="2548080" cy="608040"/>
          </a:xfrm>
          <a:prstGeom prst="rect">
            <a:avLst/>
          </a:prstGeom>
          <a:ln w="0">
            <a:noFill/>
          </a:ln>
        </p:spPr>
      </p:pic>
      <p:sp>
        <p:nvSpPr>
          <p:cNvPr id="259" name="StarryXStyle-nav-active"/>
          <p:cNvSpPr/>
          <p:nvPr/>
        </p:nvSpPr>
        <p:spPr>
          <a:xfrm>
            <a:off x="7553880" y="0"/>
            <a:ext cx="1082880" cy="708120"/>
          </a:xfrm>
          <a:prstGeom prst="rect">
            <a:avLst/>
          </a:prstGeom>
          <a:solidFill>
            <a:srgbClr val="0078b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60" name="StarryXStyle-nav-1"/>
          <p:cNvSpPr/>
          <p:nvPr/>
        </p:nvSpPr>
        <p:spPr>
          <a:xfrm>
            <a:off x="4299840" y="245160"/>
            <a:ext cx="1082880" cy="25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ct val="100000"/>
              </a:lnSpc>
            </a:pPr>
            <a:r>
              <a:rPr b="0" lang="zh-CN" sz="980" spc="-1" strike="noStrike">
                <a:solidFill>
                  <a:srgbClr val="555555"/>
                </a:solidFill>
                <a:latin typeface="Microsoft YaHei"/>
                <a:ea typeface="Microsoft YaHei"/>
              </a:rPr>
              <a:t>项目概况</a:t>
            </a:r>
            <a:endParaRPr b="0" lang="en-US" sz="9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1" name="StarryXStyle-nav-2"/>
          <p:cNvSpPr/>
          <p:nvPr/>
        </p:nvSpPr>
        <p:spPr>
          <a:xfrm>
            <a:off x="5384520" y="245160"/>
            <a:ext cx="1082880" cy="25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ct val="100000"/>
              </a:lnSpc>
            </a:pPr>
            <a:r>
              <a:rPr b="0" lang="zh-CN" sz="980" spc="-1" strike="noStrike">
                <a:solidFill>
                  <a:srgbClr val="555555"/>
                </a:solidFill>
                <a:latin typeface="Microsoft YaHei"/>
                <a:ea typeface="Microsoft YaHei"/>
              </a:rPr>
              <a:t>成果展示</a:t>
            </a:r>
            <a:endParaRPr b="0" lang="en-US" sz="9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2" name="StarryXStyle-nav-3"/>
          <p:cNvSpPr/>
          <p:nvPr/>
        </p:nvSpPr>
        <p:spPr>
          <a:xfrm>
            <a:off x="6469200" y="245160"/>
            <a:ext cx="1082880" cy="25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ct val="100000"/>
              </a:lnSpc>
            </a:pPr>
            <a:r>
              <a:rPr b="0" lang="zh-CN" sz="980" spc="-1" strike="noStrike">
                <a:solidFill>
                  <a:srgbClr val="555555"/>
                </a:solidFill>
                <a:latin typeface="Microsoft YaHei"/>
                <a:ea typeface="Microsoft YaHei"/>
              </a:rPr>
              <a:t>架构兼容</a:t>
            </a:r>
            <a:endParaRPr b="0" lang="en-US" sz="9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3" name="StarryXStyle-nav-4"/>
          <p:cNvSpPr/>
          <p:nvPr/>
        </p:nvSpPr>
        <p:spPr>
          <a:xfrm>
            <a:off x="7553880" y="190080"/>
            <a:ext cx="1082880" cy="25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980" spc="-1" strike="noStrike">
                <a:solidFill>
                  <a:srgbClr val="ffffff"/>
                </a:solidFill>
                <a:latin typeface="Microsoft YaHei"/>
                <a:ea typeface="Microsoft YaHei"/>
              </a:rPr>
              <a:t>内存进程</a:t>
            </a:r>
            <a:endParaRPr b="0" lang="en-US" sz="9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4" name="StarryXStyle-nav-5"/>
          <p:cNvSpPr/>
          <p:nvPr/>
        </p:nvSpPr>
        <p:spPr>
          <a:xfrm>
            <a:off x="8638200" y="245160"/>
            <a:ext cx="1082880" cy="25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ct val="100000"/>
              </a:lnSpc>
            </a:pPr>
            <a:r>
              <a:rPr b="0" lang="zh-CN" sz="980" spc="-1" strike="noStrike">
                <a:solidFill>
                  <a:srgbClr val="555555"/>
                </a:solidFill>
                <a:latin typeface="Microsoft YaHei"/>
                <a:ea typeface="Microsoft YaHei"/>
              </a:rPr>
              <a:t>文件</a:t>
            </a:r>
            <a:r>
              <a:rPr b="0" lang="en-US" sz="980" spc="-1" strike="noStrike">
                <a:solidFill>
                  <a:srgbClr val="555555"/>
                </a:solidFill>
                <a:latin typeface="Microsoft YaHei"/>
                <a:ea typeface="Microsoft YaHei"/>
              </a:rPr>
              <a:t>IPC</a:t>
            </a:r>
            <a:endParaRPr b="0" lang="en-US" sz="9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5" name="StarryXStyle-nav-6"/>
          <p:cNvSpPr/>
          <p:nvPr/>
        </p:nvSpPr>
        <p:spPr>
          <a:xfrm>
            <a:off x="9722880" y="245160"/>
            <a:ext cx="1082880" cy="25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ct val="100000"/>
              </a:lnSpc>
            </a:pPr>
            <a:r>
              <a:rPr b="0" lang="zh-CN" sz="980" spc="-1" strike="noStrike">
                <a:solidFill>
                  <a:srgbClr val="555555"/>
                </a:solidFill>
                <a:latin typeface="Microsoft YaHei"/>
                <a:ea typeface="Microsoft YaHei"/>
              </a:rPr>
              <a:t>网络多架构</a:t>
            </a:r>
            <a:endParaRPr b="0" lang="en-US" sz="9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6" name="StarryXStyle-nav-7"/>
          <p:cNvSpPr/>
          <p:nvPr/>
        </p:nvSpPr>
        <p:spPr>
          <a:xfrm>
            <a:off x="10807560" y="245160"/>
            <a:ext cx="1082880" cy="25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ct val="100000"/>
              </a:lnSpc>
            </a:pPr>
            <a:r>
              <a:rPr b="0" lang="zh-CN" sz="980" spc="-1" strike="noStrike">
                <a:solidFill>
                  <a:srgbClr val="555555"/>
                </a:solidFill>
                <a:latin typeface="Microsoft YaHei"/>
                <a:ea typeface="Microsoft YaHei"/>
              </a:rPr>
              <a:t>总结展望</a:t>
            </a:r>
            <a:endParaRPr b="0" lang="en-US" sz="9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7" name="StarryXStyle-title-marker"/>
          <p:cNvSpPr/>
          <p:nvPr/>
        </p:nvSpPr>
        <p:spPr>
          <a:xfrm>
            <a:off x="529920" y="1239840"/>
            <a:ext cx="1681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ct val="100000"/>
              </a:lnSpc>
            </a:pPr>
            <a:r>
              <a:rPr b="1" lang="en-US" sz="1350" spc="-1" strike="noStrike">
                <a:solidFill>
                  <a:srgbClr val="111111"/>
                </a:solidFill>
                <a:latin typeface="Microsoft YaHei"/>
                <a:ea typeface="Microsoft YaHei"/>
              </a:rPr>
              <a:t>&gt;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rect 52"/>
          <p:cNvSpPr/>
          <p:nvPr/>
        </p:nvSpPr>
        <p:spPr>
          <a:xfrm>
            <a:off x="1800" y="0"/>
            <a:ext cx="12188520" cy="6856200"/>
          </a:xfrm>
          <a:prstGeom prst="rect">
            <a:avLst/>
          </a:prstGeom>
          <a:solidFill>
            <a:srgbClr val="f2f2f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 defTabSz="914400">
              <a:lnSpc>
                <a:spcPct val="100000"/>
              </a:lnSpc>
            </a:pPr>
            <a:endParaRPr b="0" lang="en-US" sz="12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269" name="Title"/>
          <p:cNvSpPr/>
          <p:nvPr/>
        </p:nvSpPr>
        <p:spPr>
          <a:xfrm>
            <a:off x="650160" y="1187280"/>
            <a:ext cx="10197360" cy="432720"/>
          </a:xfrm>
          <a:prstGeom prst="rect">
            <a:avLst/>
          </a:prstGeom>
          <a:noFill/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1" lang="zh-CN" sz="2250" spc="-1" strike="noStrike">
                <a:solidFill>
                  <a:srgbClr val="0078bd"/>
                </a:solidFill>
                <a:latin typeface="Microsoft YaHei"/>
                <a:ea typeface="Microsoft YaHei"/>
              </a:rPr>
              <a:t>进程生命周期</a:t>
            </a:r>
            <a:endParaRPr b="0" lang="en-US" sz="2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0" name="Body"/>
          <p:cNvSpPr/>
          <p:nvPr/>
        </p:nvSpPr>
        <p:spPr>
          <a:xfrm>
            <a:off x="1205280" y="2399400"/>
            <a:ext cx="9774360" cy="2640600"/>
          </a:xfrm>
          <a:prstGeom prst="roundRect">
            <a:avLst>
              <a:gd name="adj" fmla="val 16667"/>
            </a:avLst>
          </a:prstGeom>
          <a:noFill/>
          <a:ln w="12700">
            <a:solidFill>
              <a:srgbClr val="4472c4"/>
            </a:solidFill>
            <a:prstDash val="dash"/>
            <a:miter/>
          </a:ln>
        </p:spPr>
        <p:style>
          <a:lnRef idx="0">
            <a:schemeClr val="accent1"/>
          </a:lnRef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zh-CN" sz="1879" spc="-1" strike="noStrike">
                <a:solidFill>
                  <a:schemeClr val="dk1"/>
                </a:solidFill>
                <a:latin typeface="Microsoft YaHei"/>
                <a:ea typeface="Microsoft YaHei"/>
              </a:rPr>
              <a:t>进程生命周期围绕 </a:t>
            </a:r>
            <a:r>
              <a:rPr b="0" lang="en-US" sz="1879" spc="-1" strike="noStrike">
                <a:solidFill>
                  <a:schemeClr val="dk1"/>
                </a:solidFill>
                <a:latin typeface="Microsoft YaHei"/>
                <a:ea typeface="Microsoft YaHei"/>
              </a:rPr>
              <a:t>UserProcess </a:t>
            </a:r>
            <a:r>
              <a:rPr b="0" lang="zh-CN" sz="1879" spc="-1" strike="noStrike">
                <a:solidFill>
                  <a:schemeClr val="dk1"/>
                </a:solidFill>
                <a:latin typeface="Microsoft YaHei"/>
                <a:ea typeface="Microsoft YaHei"/>
              </a:rPr>
              <a:t>展开</a:t>
            </a:r>
            <a:endParaRPr b="0" lang="en-US" sz="1879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en-US" sz="1879" spc="-1" strike="noStrike">
                <a:solidFill>
                  <a:schemeClr val="dk1"/>
                </a:solidFill>
                <a:latin typeface="Microsoft YaHei"/>
                <a:ea typeface="Microsoft YaHei"/>
              </a:rPr>
              <a:t>fork</a:t>
            </a:r>
            <a:r>
              <a:rPr b="0" lang="zh-CN" sz="1879" spc="-1" strike="noStrike">
                <a:solidFill>
                  <a:schemeClr val="dk1"/>
                </a:solidFill>
                <a:latin typeface="Microsoft YaHei"/>
                <a:ea typeface="Microsoft YaHei"/>
              </a:rPr>
              <a:t>：父子进程先共享页面，写入时通过 </a:t>
            </a:r>
            <a:r>
              <a:rPr b="0" lang="en-US" sz="1879" spc="-1" strike="noStrike">
                <a:solidFill>
                  <a:schemeClr val="dk1"/>
                </a:solidFill>
                <a:latin typeface="Microsoft YaHei"/>
                <a:ea typeface="Microsoft YaHei"/>
              </a:rPr>
              <a:t>COW </a:t>
            </a:r>
            <a:r>
              <a:rPr b="0" lang="zh-CN" sz="1879" spc="-1" strike="noStrike">
                <a:solidFill>
                  <a:schemeClr val="dk1"/>
                </a:solidFill>
                <a:latin typeface="Microsoft YaHei"/>
                <a:ea typeface="Microsoft YaHei"/>
              </a:rPr>
              <a:t>分开</a:t>
            </a:r>
            <a:endParaRPr b="0" lang="en-US" sz="1879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en-US" sz="1879" spc="-1" strike="noStrike">
                <a:solidFill>
                  <a:schemeClr val="dk1"/>
                </a:solidFill>
                <a:latin typeface="Microsoft YaHei"/>
                <a:ea typeface="Microsoft YaHei"/>
              </a:rPr>
              <a:t>vfork</a:t>
            </a:r>
            <a:r>
              <a:rPr b="0" lang="zh-CN" sz="1879" spc="-1" strike="noStrike">
                <a:solidFill>
                  <a:schemeClr val="dk1"/>
                </a:solidFill>
                <a:latin typeface="Microsoft YaHei"/>
                <a:ea typeface="Microsoft YaHei"/>
              </a:rPr>
              <a:t>：子进程 </a:t>
            </a:r>
            <a:r>
              <a:rPr b="0" lang="en-US" sz="1879" spc="-1" strike="noStrike">
                <a:solidFill>
                  <a:schemeClr val="dk1"/>
                </a:solidFill>
                <a:latin typeface="Microsoft YaHei"/>
                <a:ea typeface="Microsoft YaHei"/>
              </a:rPr>
              <a:t>exec/exit </a:t>
            </a:r>
            <a:r>
              <a:rPr b="0" lang="zh-CN" sz="1879" spc="-1" strike="noStrike">
                <a:solidFill>
                  <a:schemeClr val="dk1"/>
                </a:solidFill>
                <a:latin typeface="Microsoft YaHei"/>
                <a:ea typeface="Microsoft YaHei"/>
              </a:rPr>
              <a:t>前共享父进程相关资源</a:t>
            </a:r>
            <a:endParaRPr b="0" lang="en-US" sz="1879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en-US" sz="1879" spc="-1" strike="noStrike">
                <a:solidFill>
                  <a:schemeClr val="dk1"/>
                </a:solidFill>
                <a:latin typeface="Microsoft YaHei"/>
                <a:ea typeface="Microsoft YaHei"/>
              </a:rPr>
              <a:t>clone</a:t>
            </a:r>
            <a:r>
              <a:rPr b="0" lang="zh-CN" sz="1879" spc="-1" strike="noStrike">
                <a:solidFill>
                  <a:schemeClr val="dk1"/>
                </a:solidFill>
                <a:latin typeface="Microsoft YaHei"/>
                <a:ea typeface="Microsoft YaHei"/>
              </a:rPr>
              <a:t>：按 </a:t>
            </a:r>
            <a:r>
              <a:rPr b="0" lang="en-US" sz="1879" spc="-1" strike="noStrike">
                <a:solidFill>
                  <a:schemeClr val="dk1"/>
                </a:solidFill>
                <a:latin typeface="Microsoft YaHei"/>
                <a:ea typeface="Microsoft YaHei"/>
              </a:rPr>
              <a:t>flags </a:t>
            </a:r>
            <a:r>
              <a:rPr b="0" lang="zh-CN" sz="1879" spc="-1" strike="noStrike">
                <a:solidFill>
                  <a:schemeClr val="dk1"/>
                </a:solidFill>
                <a:latin typeface="Microsoft YaHei"/>
                <a:ea typeface="Microsoft YaHei"/>
              </a:rPr>
              <a:t>选择线程、</a:t>
            </a:r>
            <a:r>
              <a:rPr b="0" lang="en-US" sz="1879" spc="-1" strike="noStrike">
                <a:solidFill>
                  <a:schemeClr val="dk1"/>
                </a:solidFill>
                <a:latin typeface="Microsoft YaHei"/>
                <a:ea typeface="Microsoft YaHei"/>
              </a:rPr>
              <a:t>fork </a:t>
            </a:r>
            <a:r>
              <a:rPr b="0" lang="zh-CN" sz="1879" spc="-1" strike="noStrike">
                <a:solidFill>
                  <a:schemeClr val="dk1"/>
                </a:solidFill>
                <a:latin typeface="Microsoft YaHei"/>
                <a:ea typeface="Microsoft YaHei"/>
              </a:rPr>
              <a:t>或 </a:t>
            </a:r>
            <a:r>
              <a:rPr b="0" lang="en-US" sz="1879" spc="-1" strike="noStrike">
                <a:solidFill>
                  <a:schemeClr val="dk1"/>
                </a:solidFill>
                <a:latin typeface="Microsoft YaHei"/>
                <a:ea typeface="Microsoft YaHei"/>
              </a:rPr>
              <a:t>vfork </a:t>
            </a:r>
            <a:r>
              <a:rPr b="0" lang="zh-CN" sz="1879" spc="-1" strike="noStrike">
                <a:solidFill>
                  <a:schemeClr val="dk1"/>
                </a:solidFill>
                <a:latin typeface="Microsoft YaHei"/>
                <a:ea typeface="Microsoft YaHei"/>
              </a:rPr>
              <a:t>类语义</a:t>
            </a:r>
            <a:endParaRPr b="0" lang="en-US" sz="1879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en-US" sz="1879" spc="-1" strike="noStrike">
                <a:solidFill>
                  <a:schemeClr val="dk1"/>
                </a:solidFill>
                <a:latin typeface="Microsoft YaHei"/>
                <a:ea typeface="Microsoft YaHei"/>
              </a:rPr>
              <a:t>execve</a:t>
            </a:r>
            <a:r>
              <a:rPr b="0" lang="zh-CN" sz="1879" spc="-1" strike="noStrike">
                <a:solidFill>
                  <a:schemeClr val="dk1"/>
                </a:solidFill>
                <a:latin typeface="Microsoft YaHei"/>
                <a:ea typeface="Microsoft YaHei"/>
              </a:rPr>
              <a:t>：重新加载 </a:t>
            </a:r>
            <a:r>
              <a:rPr b="0" lang="en-US" sz="1879" spc="-1" strike="noStrike">
                <a:solidFill>
                  <a:schemeClr val="dk1"/>
                </a:solidFill>
                <a:latin typeface="Microsoft YaHei"/>
                <a:ea typeface="Microsoft YaHei"/>
              </a:rPr>
              <a:t>ELF</a:t>
            </a:r>
            <a:r>
              <a:rPr b="0" lang="zh-CN" sz="1879" spc="-1" strike="noStrike">
                <a:solidFill>
                  <a:schemeClr val="dk1"/>
                </a:solidFill>
                <a:latin typeface="Microsoft YaHei"/>
                <a:ea typeface="Microsoft YaHei"/>
              </a:rPr>
              <a:t>，替换地址空间和用户上下文</a:t>
            </a:r>
            <a:endParaRPr b="0" lang="en-US" sz="1879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en-US" sz="1879" spc="-1" strike="noStrike">
                <a:solidFill>
                  <a:schemeClr val="dk1"/>
                </a:solidFill>
                <a:latin typeface="Microsoft YaHei"/>
                <a:ea typeface="Microsoft YaHei"/>
              </a:rPr>
              <a:t>wait / exit</a:t>
            </a:r>
            <a:r>
              <a:rPr b="0" lang="zh-CN" sz="1879" spc="-1" strike="noStrike">
                <a:solidFill>
                  <a:schemeClr val="dk1"/>
                </a:solidFill>
                <a:latin typeface="Microsoft YaHei"/>
                <a:ea typeface="Microsoft YaHei"/>
              </a:rPr>
              <a:t>：返回退出状态并释放进程资源</a:t>
            </a:r>
            <a:endParaRPr b="0" lang="en-US" sz="1879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b="0" lang="en-US" sz="1879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zh-CN" sz="1879" spc="-1" strike="noStrike">
                <a:solidFill>
                  <a:schemeClr val="dk1"/>
                </a:solidFill>
                <a:latin typeface="Microsoft YaHei"/>
                <a:ea typeface="Microsoft YaHei"/>
              </a:rPr>
              <a:t>可以让 </a:t>
            </a:r>
            <a:r>
              <a:rPr b="0" lang="en-US" sz="1879" spc="-1" strike="noStrike">
                <a:solidFill>
                  <a:schemeClr val="dk1"/>
                </a:solidFill>
                <a:latin typeface="Microsoft YaHei"/>
                <a:ea typeface="Microsoft YaHei"/>
              </a:rPr>
              <a:t>Linux </a:t>
            </a:r>
            <a:r>
              <a:rPr b="0" lang="zh-CN" sz="1879" spc="-1" strike="noStrike">
                <a:solidFill>
                  <a:schemeClr val="dk1"/>
                </a:solidFill>
                <a:latin typeface="Microsoft YaHei"/>
                <a:ea typeface="Microsoft YaHei"/>
              </a:rPr>
              <a:t>程序看到真实的父子关系、退出码和资源回收</a:t>
            </a:r>
            <a:endParaRPr b="0" lang="en-US" sz="1879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71" name="StarryXStyle-header-logo" descr=""/>
          <p:cNvPicPr/>
          <p:nvPr/>
        </p:nvPicPr>
        <p:blipFill>
          <a:blip r:embed="rId1"/>
          <a:stretch/>
        </p:blipFill>
        <p:spPr>
          <a:xfrm>
            <a:off x="150120" y="119880"/>
            <a:ext cx="2548080" cy="608040"/>
          </a:xfrm>
          <a:prstGeom prst="rect">
            <a:avLst/>
          </a:prstGeom>
          <a:ln w="0">
            <a:noFill/>
          </a:ln>
        </p:spPr>
      </p:pic>
      <p:sp>
        <p:nvSpPr>
          <p:cNvPr id="272" name="StarryXStyle-nav-active"/>
          <p:cNvSpPr/>
          <p:nvPr/>
        </p:nvSpPr>
        <p:spPr>
          <a:xfrm>
            <a:off x="7553880" y="0"/>
            <a:ext cx="1082880" cy="708120"/>
          </a:xfrm>
          <a:prstGeom prst="rect">
            <a:avLst/>
          </a:prstGeom>
          <a:solidFill>
            <a:srgbClr val="0078b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73" name="StarryXStyle-nav-1"/>
          <p:cNvSpPr/>
          <p:nvPr/>
        </p:nvSpPr>
        <p:spPr>
          <a:xfrm>
            <a:off x="4299840" y="245160"/>
            <a:ext cx="1082880" cy="25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ct val="100000"/>
              </a:lnSpc>
            </a:pPr>
            <a:r>
              <a:rPr b="0" lang="zh-CN" sz="980" spc="-1" strike="noStrike">
                <a:solidFill>
                  <a:srgbClr val="555555"/>
                </a:solidFill>
                <a:latin typeface="Microsoft YaHei"/>
                <a:ea typeface="Microsoft YaHei"/>
              </a:rPr>
              <a:t>项目概况</a:t>
            </a:r>
            <a:endParaRPr b="0" lang="en-US" sz="9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4" name="StarryXStyle-nav-2"/>
          <p:cNvSpPr/>
          <p:nvPr/>
        </p:nvSpPr>
        <p:spPr>
          <a:xfrm>
            <a:off x="5384520" y="245160"/>
            <a:ext cx="1082880" cy="25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ct val="100000"/>
              </a:lnSpc>
            </a:pPr>
            <a:r>
              <a:rPr b="0" lang="zh-CN" sz="980" spc="-1" strike="noStrike">
                <a:solidFill>
                  <a:srgbClr val="555555"/>
                </a:solidFill>
                <a:latin typeface="Microsoft YaHei"/>
                <a:ea typeface="Microsoft YaHei"/>
              </a:rPr>
              <a:t>成果展示</a:t>
            </a:r>
            <a:endParaRPr b="0" lang="en-US" sz="9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5" name="StarryXStyle-nav-3"/>
          <p:cNvSpPr/>
          <p:nvPr/>
        </p:nvSpPr>
        <p:spPr>
          <a:xfrm>
            <a:off x="6469200" y="245160"/>
            <a:ext cx="1082880" cy="25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ct val="100000"/>
              </a:lnSpc>
            </a:pPr>
            <a:r>
              <a:rPr b="0" lang="zh-CN" sz="980" spc="-1" strike="noStrike">
                <a:solidFill>
                  <a:srgbClr val="555555"/>
                </a:solidFill>
                <a:latin typeface="Microsoft YaHei"/>
                <a:ea typeface="Microsoft YaHei"/>
              </a:rPr>
              <a:t>架构兼容</a:t>
            </a:r>
            <a:endParaRPr b="0" lang="en-US" sz="9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6" name="StarryXStyle-nav-4"/>
          <p:cNvSpPr/>
          <p:nvPr/>
        </p:nvSpPr>
        <p:spPr>
          <a:xfrm>
            <a:off x="7553880" y="190080"/>
            <a:ext cx="1082880" cy="25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980" spc="-1" strike="noStrike">
                <a:solidFill>
                  <a:srgbClr val="ffffff"/>
                </a:solidFill>
                <a:latin typeface="Microsoft YaHei"/>
                <a:ea typeface="Microsoft YaHei"/>
              </a:rPr>
              <a:t>内存进程</a:t>
            </a:r>
            <a:endParaRPr b="0" lang="en-US" sz="9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7" name="StarryXStyle-nav-5"/>
          <p:cNvSpPr/>
          <p:nvPr/>
        </p:nvSpPr>
        <p:spPr>
          <a:xfrm>
            <a:off x="8638200" y="245160"/>
            <a:ext cx="1082880" cy="25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ct val="100000"/>
              </a:lnSpc>
            </a:pPr>
            <a:r>
              <a:rPr b="0" lang="zh-CN" sz="980" spc="-1" strike="noStrike">
                <a:solidFill>
                  <a:srgbClr val="555555"/>
                </a:solidFill>
                <a:latin typeface="Microsoft YaHei"/>
                <a:ea typeface="Microsoft YaHei"/>
              </a:rPr>
              <a:t>文件</a:t>
            </a:r>
            <a:r>
              <a:rPr b="0" lang="en-US" sz="980" spc="-1" strike="noStrike">
                <a:solidFill>
                  <a:srgbClr val="555555"/>
                </a:solidFill>
                <a:latin typeface="Microsoft YaHei"/>
                <a:ea typeface="Microsoft YaHei"/>
              </a:rPr>
              <a:t>IPC</a:t>
            </a:r>
            <a:endParaRPr b="0" lang="en-US" sz="9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8" name="StarryXStyle-nav-6"/>
          <p:cNvSpPr/>
          <p:nvPr/>
        </p:nvSpPr>
        <p:spPr>
          <a:xfrm>
            <a:off x="9722880" y="245160"/>
            <a:ext cx="1082880" cy="25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ct val="100000"/>
              </a:lnSpc>
            </a:pPr>
            <a:r>
              <a:rPr b="0" lang="zh-CN" sz="980" spc="-1" strike="noStrike">
                <a:solidFill>
                  <a:srgbClr val="555555"/>
                </a:solidFill>
                <a:latin typeface="Microsoft YaHei"/>
                <a:ea typeface="Microsoft YaHei"/>
              </a:rPr>
              <a:t>网络多架构</a:t>
            </a:r>
            <a:endParaRPr b="0" lang="en-US" sz="9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9" name="StarryXStyle-nav-7"/>
          <p:cNvSpPr/>
          <p:nvPr/>
        </p:nvSpPr>
        <p:spPr>
          <a:xfrm>
            <a:off x="10807560" y="245160"/>
            <a:ext cx="1082880" cy="25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ct val="100000"/>
              </a:lnSpc>
            </a:pPr>
            <a:r>
              <a:rPr b="0" lang="zh-CN" sz="980" spc="-1" strike="noStrike">
                <a:solidFill>
                  <a:srgbClr val="555555"/>
                </a:solidFill>
                <a:latin typeface="Microsoft YaHei"/>
                <a:ea typeface="Microsoft YaHei"/>
              </a:rPr>
              <a:t>总结展望</a:t>
            </a:r>
            <a:endParaRPr b="0" lang="en-US" sz="9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0" name="StarryXStyle-title-marker"/>
          <p:cNvSpPr/>
          <p:nvPr/>
        </p:nvSpPr>
        <p:spPr>
          <a:xfrm>
            <a:off x="529920" y="1239840"/>
            <a:ext cx="1681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ct val="100000"/>
              </a:lnSpc>
            </a:pPr>
            <a:r>
              <a:rPr b="1" lang="en-US" sz="1350" spc="-1" strike="noStrike">
                <a:solidFill>
                  <a:srgbClr val="111111"/>
                </a:solidFill>
                <a:latin typeface="Microsoft YaHei"/>
                <a:ea typeface="Microsoft YaHei"/>
              </a:rPr>
              <a:t>&gt;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StarryXTransition-bg"/>
          <p:cNvSpPr/>
          <p:nvPr/>
        </p:nvSpPr>
        <p:spPr>
          <a:xfrm>
            <a:off x="0" y="0"/>
            <a:ext cx="12190320" cy="6856200"/>
          </a:xfrm>
          <a:prstGeom prst="rect">
            <a:avLst/>
          </a:prstGeom>
          <a:solidFill>
            <a:srgbClr val="f2f2f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2" name="StarryXTransition-blue-band"/>
          <p:cNvSpPr/>
          <p:nvPr/>
        </p:nvSpPr>
        <p:spPr>
          <a:xfrm>
            <a:off x="0" y="0"/>
            <a:ext cx="12190320" cy="3735720"/>
          </a:xfrm>
          <a:prstGeom prst="rect">
            <a:avLst/>
          </a:prstGeom>
          <a:solidFill>
            <a:srgbClr val="0078b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83" name="StarryXTransition-blue-shadow"/>
          <p:cNvSpPr/>
          <p:nvPr/>
        </p:nvSpPr>
        <p:spPr>
          <a:xfrm>
            <a:off x="0" y="3669120"/>
            <a:ext cx="12190320" cy="26280"/>
          </a:xfrm>
          <a:prstGeom prst="rect">
            <a:avLst/>
          </a:prstGeom>
          <a:solidFill>
            <a:srgbClr val="00649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16920" bIns="-16920" anchor="t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284" name="StarryXTransition-cscc-logo" descr=""/>
          <p:cNvPicPr/>
          <p:nvPr/>
        </p:nvPicPr>
        <p:blipFill>
          <a:blip r:embed="rId1"/>
          <a:stretch/>
        </p:blipFill>
        <p:spPr>
          <a:xfrm>
            <a:off x="97560" y="219600"/>
            <a:ext cx="2948760" cy="608400"/>
          </a:xfrm>
          <a:prstGeom prst="rect">
            <a:avLst/>
          </a:prstGeom>
          <a:ln w="0">
            <a:noFill/>
          </a:ln>
        </p:spPr>
      </p:pic>
      <p:pic>
        <p:nvPicPr>
          <p:cNvPr id="285" name="StarryXTransition-hzdu-logo" descr=""/>
          <p:cNvPicPr/>
          <p:nvPr/>
        </p:nvPicPr>
        <p:blipFill>
          <a:blip r:embed="rId2"/>
          <a:stretch/>
        </p:blipFill>
        <p:spPr>
          <a:xfrm>
            <a:off x="8558640" y="102960"/>
            <a:ext cx="3546000" cy="828000"/>
          </a:xfrm>
          <a:prstGeom prst="rect">
            <a:avLst/>
          </a:prstGeom>
          <a:ln w="0">
            <a:noFill/>
          </a:ln>
        </p:spPr>
      </p:pic>
      <p:sp>
        <p:nvSpPr>
          <p:cNvPr id="286" name="StarryXTransition-part-hex"/>
          <p:cNvSpPr/>
          <p:nvPr/>
        </p:nvSpPr>
        <p:spPr>
          <a:xfrm>
            <a:off x="5157360" y="2983320"/>
            <a:ext cx="1861560" cy="1541880"/>
          </a:xfrm>
          <a:prstGeom prst="hexagon">
            <a:avLst>
              <a:gd name="adj" fmla="val 25000"/>
              <a:gd name="vf" fmla="val 115470"/>
            </a:avLst>
          </a:prstGeom>
          <a:solidFill>
            <a:srgbClr val="9ec7f1"/>
          </a:solidFill>
          <a:ln w="2200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7" name="StarryXTransition-part-text"/>
          <p:cNvSpPr/>
          <p:nvPr/>
        </p:nvSpPr>
        <p:spPr>
          <a:xfrm>
            <a:off x="5157360" y="3633120"/>
            <a:ext cx="1875600" cy="378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ct val="100000"/>
              </a:lnSpc>
            </a:pPr>
            <a:r>
              <a:rPr b="1" lang="en-US" sz="1700" spc="-1" strike="noStrike">
                <a:solidFill>
                  <a:srgbClr val="0078bd"/>
                </a:solidFill>
                <a:latin typeface="Microsoft YaHei"/>
                <a:ea typeface="Microsoft YaHei"/>
              </a:rPr>
              <a:t>Part.05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8" name="StarryXTransition-title"/>
          <p:cNvSpPr/>
          <p:nvPr/>
        </p:nvSpPr>
        <p:spPr>
          <a:xfrm>
            <a:off x="1219320" y="4526280"/>
            <a:ext cx="9751680" cy="102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4200" spc="-1" strike="noStrike">
                <a:solidFill>
                  <a:srgbClr val="0078bd"/>
                </a:solidFill>
                <a:latin typeface="Microsoft YaHei"/>
                <a:ea typeface="Microsoft YaHei"/>
              </a:rPr>
              <a:t>文件系统与 </a:t>
            </a:r>
            <a:r>
              <a:rPr b="1" lang="en-US" sz="4200" spc="-1" strike="noStrike">
                <a:solidFill>
                  <a:srgbClr val="0078bd"/>
                </a:solidFill>
                <a:latin typeface="Microsoft YaHei"/>
                <a:ea typeface="Microsoft YaHei"/>
              </a:rPr>
              <a:t>IPC</a:t>
            </a:r>
            <a:endParaRPr b="0" lang="en-US" sz="4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rect 52"/>
          <p:cNvSpPr/>
          <p:nvPr/>
        </p:nvSpPr>
        <p:spPr>
          <a:xfrm>
            <a:off x="3240" y="-16560"/>
            <a:ext cx="12188520" cy="6856200"/>
          </a:xfrm>
          <a:prstGeom prst="rect">
            <a:avLst/>
          </a:prstGeom>
          <a:solidFill>
            <a:srgbClr val="f2f2f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 defTabSz="914400">
              <a:lnSpc>
                <a:spcPct val="100000"/>
              </a:lnSpc>
            </a:pPr>
            <a:endParaRPr b="0" lang="en-US" sz="12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290" name="Title"/>
          <p:cNvSpPr/>
          <p:nvPr/>
        </p:nvSpPr>
        <p:spPr>
          <a:xfrm>
            <a:off x="650160" y="1187280"/>
            <a:ext cx="10017000" cy="432720"/>
          </a:xfrm>
          <a:prstGeom prst="rect">
            <a:avLst/>
          </a:prstGeom>
          <a:noFill/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1" lang="zh-CN" sz="2250" spc="-1" strike="noStrike">
                <a:solidFill>
                  <a:srgbClr val="0078bd"/>
                </a:solidFill>
                <a:latin typeface="Microsoft YaHei"/>
                <a:ea typeface="Microsoft YaHei"/>
              </a:rPr>
              <a:t>文件系统</a:t>
            </a:r>
            <a:endParaRPr b="0" lang="en-US" sz="2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1" name="Body"/>
          <p:cNvSpPr/>
          <p:nvPr/>
        </p:nvSpPr>
        <p:spPr>
          <a:xfrm>
            <a:off x="604440" y="2340000"/>
            <a:ext cx="4615200" cy="2914920"/>
          </a:xfrm>
          <a:prstGeom prst="roundRect">
            <a:avLst>
              <a:gd name="adj" fmla="val 16667"/>
            </a:avLst>
          </a:prstGeom>
          <a:noFill/>
          <a:ln w="12700">
            <a:solidFill>
              <a:srgbClr val="4472c4"/>
            </a:solidFill>
            <a:prstDash val="dash"/>
            <a:miter/>
          </a:ln>
        </p:spPr>
        <p:style>
          <a:lnRef idx="0">
            <a:schemeClr val="accent1"/>
          </a:lnRef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343080" indent="-34308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en-US" sz="1850" spc="-1" strike="noStrike">
                <a:solidFill>
                  <a:schemeClr val="dk1"/>
                </a:solidFill>
                <a:latin typeface="Microsoft YaHei"/>
                <a:ea typeface="Microsoft YaHei"/>
              </a:rPr>
              <a:t>axfs </a:t>
            </a:r>
            <a:r>
              <a:rPr b="0" lang="zh-CN" sz="1850" spc="-1" strike="noStrike">
                <a:solidFill>
                  <a:schemeClr val="dk1"/>
                </a:solidFill>
                <a:latin typeface="Microsoft YaHei"/>
                <a:ea typeface="Microsoft YaHei"/>
              </a:rPr>
              <a:t>屏蔽 </a:t>
            </a:r>
            <a:r>
              <a:rPr b="0" lang="en-US" sz="1850" spc="-1" strike="noStrike">
                <a:solidFill>
                  <a:schemeClr val="dk1"/>
                </a:solidFill>
                <a:latin typeface="Microsoft YaHei"/>
                <a:ea typeface="Microsoft YaHei"/>
              </a:rPr>
              <a:t>FAT</a:t>
            </a:r>
            <a:r>
              <a:rPr b="0" lang="zh-CN" sz="1850" spc="-1" strike="noStrike">
                <a:solidFill>
                  <a:schemeClr val="dk1"/>
                </a:solidFill>
                <a:latin typeface="Microsoft YaHei"/>
                <a:ea typeface="Microsoft YaHei"/>
              </a:rPr>
              <a:t>、</a:t>
            </a:r>
            <a:r>
              <a:rPr b="0" lang="en-US" sz="1850" spc="-1" strike="noStrike">
                <a:solidFill>
                  <a:schemeClr val="dk1"/>
                </a:solidFill>
                <a:latin typeface="Microsoft YaHei"/>
                <a:ea typeface="Microsoft YaHei"/>
              </a:rPr>
              <a:t>ext4</a:t>
            </a:r>
            <a:r>
              <a:rPr b="0" lang="zh-CN" sz="1850" spc="-1" strike="noStrike">
                <a:solidFill>
                  <a:schemeClr val="dk1"/>
                </a:solidFill>
                <a:latin typeface="Microsoft YaHei"/>
                <a:ea typeface="Microsoft YaHei"/>
              </a:rPr>
              <a:t>、</a:t>
            </a:r>
            <a:r>
              <a:rPr b="0" lang="en-US" sz="1850" spc="-1" strike="noStrike">
                <a:solidFill>
                  <a:schemeClr val="dk1"/>
                </a:solidFill>
                <a:latin typeface="Microsoft YaHei"/>
                <a:ea typeface="Microsoft YaHei"/>
              </a:rPr>
              <a:t>devfs</a:t>
            </a:r>
            <a:r>
              <a:rPr b="0" lang="zh-CN" sz="1850" spc="-1" strike="noStrike">
                <a:solidFill>
                  <a:schemeClr val="dk1"/>
                </a:solidFill>
                <a:latin typeface="Microsoft YaHei"/>
                <a:ea typeface="Microsoft YaHei"/>
              </a:rPr>
              <a:t>、</a:t>
            </a:r>
            <a:r>
              <a:rPr b="0" lang="en-US" sz="1850" spc="-1" strike="noStrike">
                <a:solidFill>
                  <a:schemeClr val="dk1"/>
                </a:solidFill>
                <a:latin typeface="Microsoft YaHei"/>
                <a:ea typeface="Microsoft YaHei"/>
              </a:rPr>
              <a:t>ramfs </a:t>
            </a:r>
            <a:r>
              <a:rPr b="0" lang="zh-CN" sz="1850" spc="-1" strike="noStrike">
                <a:solidFill>
                  <a:schemeClr val="dk1"/>
                </a:solidFill>
                <a:latin typeface="Microsoft YaHei"/>
                <a:ea typeface="Microsoft YaHei"/>
              </a:rPr>
              <a:t>等后端差异，向上提供 </a:t>
            </a:r>
            <a:r>
              <a:rPr b="0" lang="en-US" sz="1850" spc="-1" strike="noStrike">
                <a:solidFill>
                  <a:schemeClr val="dk1"/>
                </a:solidFill>
                <a:latin typeface="Microsoft YaHei"/>
                <a:ea typeface="Microsoft YaHei"/>
              </a:rPr>
              <a:t>File / Directory / OpenOptions</a:t>
            </a:r>
            <a:endParaRPr b="0" lang="en-US" sz="185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en-US" sz="1850" spc="-1" strike="noStrike">
                <a:solidFill>
                  <a:schemeClr val="dk1"/>
                </a:solidFill>
                <a:latin typeface="Microsoft YaHei"/>
                <a:ea typeface="Microsoft YaHei"/>
              </a:rPr>
              <a:t>ProcessFdTable </a:t>
            </a:r>
            <a:r>
              <a:rPr b="0" lang="zh-CN" sz="1850" spc="-1" strike="noStrike">
                <a:solidFill>
                  <a:schemeClr val="dk1"/>
                </a:solidFill>
                <a:latin typeface="Microsoft YaHei"/>
                <a:ea typeface="Microsoft YaHei"/>
              </a:rPr>
              <a:t>统一管理文件、目录、</a:t>
            </a:r>
            <a:r>
              <a:rPr b="0" lang="en-US" sz="1850" spc="-1" strike="noStrike">
                <a:solidFill>
                  <a:schemeClr val="dk1"/>
                </a:solidFill>
                <a:latin typeface="Microsoft YaHei"/>
                <a:ea typeface="Microsoft YaHei"/>
              </a:rPr>
              <a:t>pipe</a:t>
            </a:r>
            <a:r>
              <a:rPr b="0" lang="zh-CN" sz="1850" spc="-1" strike="noStrike">
                <a:solidFill>
                  <a:schemeClr val="dk1"/>
                </a:solidFill>
                <a:latin typeface="Microsoft YaHei"/>
                <a:ea typeface="Microsoft YaHei"/>
              </a:rPr>
              <a:t>、</a:t>
            </a:r>
            <a:r>
              <a:rPr b="0" lang="en-US" sz="1850" spc="-1" strike="noStrike">
                <a:solidFill>
                  <a:schemeClr val="dk1"/>
                </a:solidFill>
                <a:latin typeface="Microsoft YaHei"/>
                <a:ea typeface="Microsoft YaHei"/>
              </a:rPr>
              <a:t>socket</a:t>
            </a:r>
            <a:r>
              <a:rPr b="0" lang="zh-CN" sz="1850" spc="-1" strike="noStrike">
                <a:solidFill>
                  <a:schemeClr val="dk1"/>
                </a:solidFill>
                <a:latin typeface="Microsoft YaHei"/>
                <a:ea typeface="Microsoft YaHei"/>
              </a:rPr>
              <a:t>、</a:t>
            </a:r>
            <a:r>
              <a:rPr b="0" lang="en-US" sz="1850" spc="-1" strike="noStrike">
                <a:solidFill>
                  <a:schemeClr val="dk1"/>
                </a:solidFill>
                <a:latin typeface="Microsoft YaHei"/>
                <a:ea typeface="Microsoft YaHei"/>
              </a:rPr>
              <a:t>epoll</a:t>
            </a:r>
            <a:r>
              <a:rPr b="0" lang="zh-CN" sz="1850" spc="-1" strike="noStrike">
                <a:solidFill>
                  <a:schemeClr val="dk1"/>
                </a:solidFill>
                <a:latin typeface="Microsoft YaHei"/>
                <a:ea typeface="Microsoft YaHei"/>
              </a:rPr>
              <a:t>、</a:t>
            </a:r>
            <a:r>
              <a:rPr b="0" lang="en-US" sz="1850" spc="-1" strike="noStrike">
                <a:solidFill>
                  <a:schemeClr val="dk1"/>
                </a:solidFill>
                <a:latin typeface="Microsoft YaHei"/>
                <a:ea typeface="Microsoft YaHei"/>
              </a:rPr>
              <a:t>timerfd</a:t>
            </a:r>
            <a:r>
              <a:rPr b="0" lang="zh-CN" sz="1850" spc="-1" strike="noStrike">
                <a:solidFill>
                  <a:schemeClr val="dk1"/>
                </a:solidFill>
                <a:latin typeface="Microsoft YaHei"/>
                <a:ea typeface="Microsoft YaHei"/>
              </a:rPr>
              <a:t>、</a:t>
            </a:r>
            <a:r>
              <a:rPr b="0" lang="en-US" sz="1850" spc="-1" strike="noStrike">
                <a:solidFill>
                  <a:schemeClr val="dk1"/>
                </a:solidFill>
                <a:latin typeface="Microsoft YaHei"/>
                <a:ea typeface="Microsoft YaHei"/>
              </a:rPr>
              <a:t>pidfd </a:t>
            </a:r>
            <a:r>
              <a:rPr b="0" lang="zh-CN" sz="1850" spc="-1" strike="noStrike">
                <a:solidFill>
                  <a:schemeClr val="dk1"/>
                </a:solidFill>
                <a:latin typeface="Microsoft YaHei"/>
                <a:ea typeface="Microsoft YaHei"/>
              </a:rPr>
              <a:t>等对象</a:t>
            </a:r>
            <a:endParaRPr b="0" lang="en-US" sz="185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en-US" sz="1850" spc="-1" strike="noStrike">
                <a:solidFill>
                  <a:schemeClr val="dk1"/>
                </a:solidFill>
                <a:latin typeface="Microsoft YaHei"/>
                <a:ea typeface="Microsoft YaHei"/>
              </a:rPr>
              <a:t>poll / epoll / fcntl / close / dup </a:t>
            </a:r>
            <a:r>
              <a:rPr b="0" lang="zh-CN" sz="1850" spc="-1" strike="noStrike">
                <a:solidFill>
                  <a:schemeClr val="dk1"/>
                </a:solidFill>
                <a:latin typeface="Microsoft YaHei"/>
                <a:ea typeface="Microsoft YaHei"/>
              </a:rPr>
              <a:t>可以走统一路径</a:t>
            </a:r>
            <a:endParaRPr b="0" lang="en-US" sz="185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92" name="orays-05-fd-vfs.png" descr=""/>
          <p:cNvPicPr/>
          <p:nvPr/>
        </p:nvPicPr>
        <p:blipFill>
          <a:blip r:embed="rId1"/>
          <a:stretch/>
        </p:blipFill>
        <p:spPr>
          <a:xfrm>
            <a:off x="5834880" y="2048400"/>
            <a:ext cx="5448960" cy="3817080"/>
          </a:xfrm>
          <a:prstGeom prst="rect">
            <a:avLst/>
          </a:prstGeom>
          <a:ln w="0">
            <a:noFill/>
          </a:ln>
        </p:spPr>
      </p:pic>
      <p:sp>
        <p:nvSpPr>
          <p:cNvPr id="293" name="Caption"/>
          <p:cNvSpPr/>
          <p:nvPr/>
        </p:nvSpPr>
        <p:spPr>
          <a:xfrm>
            <a:off x="6807600" y="6120000"/>
            <a:ext cx="4892040" cy="223560"/>
          </a:xfrm>
          <a:prstGeom prst="rect">
            <a:avLst/>
          </a:prstGeom>
          <a:noFill/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880" spc="-1" strike="noStrike">
                <a:solidFill>
                  <a:schemeClr val="dk1"/>
                </a:solidFill>
                <a:latin typeface="Microsoft YaHei"/>
                <a:ea typeface="Microsoft YaHei"/>
              </a:rPr>
              <a:t>Linux FD syscall </a:t>
            </a:r>
            <a:r>
              <a:rPr b="0" lang="zh-CN" sz="880" spc="-1" strike="noStrike">
                <a:solidFill>
                  <a:schemeClr val="dk1"/>
                </a:solidFill>
                <a:latin typeface="Microsoft YaHei"/>
                <a:ea typeface="Microsoft YaHei"/>
              </a:rPr>
              <a:t>到 </a:t>
            </a:r>
            <a:r>
              <a:rPr b="0" lang="en-US" sz="880" spc="-1" strike="noStrike">
                <a:solidFill>
                  <a:schemeClr val="dk1"/>
                </a:solidFill>
                <a:latin typeface="Microsoft YaHei"/>
                <a:ea typeface="Microsoft YaHei"/>
              </a:rPr>
              <a:t>ProcessFdTable</a:t>
            </a:r>
            <a:r>
              <a:rPr b="0" lang="zh-CN" sz="880" spc="-1" strike="noStrike">
                <a:solidFill>
                  <a:schemeClr val="dk1"/>
                </a:solidFill>
                <a:latin typeface="Microsoft YaHei"/>
                <a:ea typeface="Microsoft YaHei"/>
              </a:rPr>
              <a:t>、</a:t>
            </a:r>
            <a:r>
              <a:rPr b="0" lang="en-US" sz="880" spc="-1" strike="noStrike">
                <a:solidFill>
                  <a:schemeClr val="dk1"/>
                </a:solidFill>
                <a:latin typeface="Microsoft YaHei"/>
                <a:ea typeface="Microsoft YaHei"/>
              </a:rPr>
              <a:t>VFS entry </a:t>
            </a:r>
            <a:r>
              <a:rPr b="0" lang="zh-CN" sz="880" spc="-1" strike="noStrike">
                <a:solidFill>
                  <a:schemeClr val="dk1"/>
                </a:solidFill>
                <a:latin typeface="Microsoft YaHei"/>
                <a:ea typeface="Microsoft YaHei"/>
              </a:rPr>
              <a:t>与具体文件系统后端</a:t>
            </a:r>
            <a:endParaRPr b="0" lang="en-US" sz="88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94" name="StarryXStyle-header-logo" descr=""/>
          <p:cNvPicPr/>
          <p:nvPr/>
        </p:nvPicPr>
        <p:blipFill>
          <a:blip r:embed="rId2"/>
          <a:stretch/>
        </p:blipFill>
        <p:spPr>
          <a:xfrm>
            <a:off x="150120" y="119880"/>
            <a:ext cx="2548080" cy="608040"/>
          </a:xfrm>
          <a:prstGeom prst="rect">
            <a:avLst/>
          </a:prstGeom>
          <a:ln w="0">
            <a:noFill/>
          </a:ln>
        </p:spPr>
      </p:pic>
      <p:sp>
        <p:nvSpPr>
          <p:cNvPr id="295" name="StarryXStyle-nav-active"/>
          <p:cNvSpPr/>
          <p:nvPr/>
        </p:nvSpPr>
        <p:spPr>
          <a:xfrm>
            <a:off x="8638200" y="0"/>
            <a:ext cx="1082880" cy="708120"/>
          </a:xfrm>
          <a:prstGeom prst="rect">
            <a:avLst/>
          </a:prstGeom>
          <a:solidFill>
            <a:srgbClr val="0078b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96" name="StarryXStyle-nav-1"/>
          <p:cNvSpPr/>
          <p:nvPr/>
        </p:nvSpPr>
        <p:spPr>
          <a:xfrm>
            <a:off x="4299840" y="245160"/>
            <a:ext cx="1082880" cy="25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ct val="100000"/>
              </a:lnSpc>
            </a:pPr>
            <a:r>
              <a:rPr b="0" lang="zh-CN" sz="980" spc="-1" strike="noStrike">
                <a:solidFill>
                  <a:srgbClr val="555555"/>
                </a:solidFill>
                <a:latin typeface="Microsoft YaHei"/>
                <a:ea typeface="Microsoft YaHei"/>
              </a:rPr>
              <a:t>项目概况</a:t>
            </a:r>
            <a:endParaRPr b="0" lang="en-US" sz="9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7" name="StarryXStyle-nav-2"/>
          <p:cNvSpPr/>
          <p:nvPr/>
        </p:nvSpPr>
        <p:spPr>
          <a:xfrm>
            <a:off x="5384520" y="245160"/>
            <a:ext cx="1082880" cy="25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ct val="100000"/>
              </a:lnSpc>
            </a:pPr>
            <a:r>
              <a:rPr b="0" lang="zh-CN" sz="980" spc="-1" strike="noStrike">
                <a:solidFill>
                  <a:srgbClr val="555555"/>
                </a:solidFill>
                <a:latin typeface="Microsoft YaHei"/>
                <a:ea typeface="Microsoft YaHei"/>
              </a:rPr>
              <a:t>成果展示</a:t>
            </a:r>
            <a:endParaRPr b="0" lang="en-US" sz="9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8" name="StarryXStyle-nav-3"/>
          <p:cNvSpPr/>
          <p:nvPr/>
        </p:nvSpPr>
        <p:spPr>
          <a:xfrm>
            <a:off x="6469200" y="245160"/>
            <a:ext cx="1082880" cy="25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ct val="100000"/>
              </a:lnSpc>
            </a:pPr>
            <a:r>
              <a:rPr b="0" lang="zh-CN" sz="980" spc="-1" strike="noStrike">
                <a:solidFill>
                  <a:srgbClr val="555555"/>
                </a:solidFill>
                <a:latin typeface="Microsoft YaHei"/>
                <a:ea typeface="Microsoft YaHei"/>
              </a:rPr>
              <a:t>架构兼容</a:t>
            </a:r>
            <a:endParaRPr b="0" lang="en-US" sz="9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9" name="StarryXStyle-nav-4"/>
          <p:cNvSpPr/>
          <p:nvPr/>
        </p:nvSpPr>
        <p:spPr>
          <a:xfrm>
            <a:off x="7553880" y="245160"/>
            <a:ext cx="1082880" cy="25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ct val="100000"/>
              </a:lnSpc>
            </a:pPr>
            <a:r>
              <a:rPr b="0" lang="zh-CN" sz="980" spc="-1" strike="noStrike">
                <a:solidFill>
                  <a:srgbClr val="555555"/>
                </a:solidFill>
                <a:latin typeface="Microsoft YaHei"/>
                <a:ea typeface="Microsoft YaHei"/>
              </a:rPr>
              <a:t>内存进程</a:t>
            </a:r>
            <a:endParaRPr b="0" lang="en-US" sz="9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0" name="StarryXStyle-nav-5"/>
          <p:cNvSpPr/>
          <p:nvPr/>
        </p:nvSpPr>
        <p:spPr>
          <a:xfrm>
            <a:off x="8638200" y="190080"/>
            <a:ext cx="1082880" cy="25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980" spc="-1" strike="noStrike">
                <a:solidFill>
                  <a:srgbClr val="ffffff"/>
                </a:solidFill>
                <a:latin typeface="Microsoft YaHei"/>
                <a:ea typeface="Microsoft YaHei"/>
              </a:rPr>
              <a:t>文件</a:t>
            </a:r>
            <a:r>
              <a:rPr b="1" lang="en-US" sz="980" spc="-1" strike="noStrike">
                <a:solidFill>
                  <a:srgbClr val="ffffff"/>
                </a:solidFill>
                <a:latin typeface="Microsoft YaHei"/>
                <a:ea typeface="Microsoft YaHei"/>
              </a:rPr>
              <a:t>IPC</a:t>
            </a:r>
            <a:endParaRPr b="0" lang="en-US" sz="9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1" name="StarryXStyle-nav-6"/>
          <p:cNvSpPr/>
          <p:nvPr/>
        </p:nvSpPr>
        <p:spPr>
          <a:xfrm>
            <a:off x="9722880" y="245160"/>
            <a:ext cx="1082880" cy="25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ct val="100000"/>
              </a:lnSpc>
            </a:pPr>
            <a:r>
              <a:rPr b="0" lang="zh-CN" sz="980" spc="-1" strike="noStrike">
                <a:solidFill>
                  <a:srgbClr val="555555"/>
                </a:solidFill>
                <a:latin typeface="Microsoft YaHei"/>
                <a:ea typeface="Microsoft YaHei"/>
              </a:rPr>
              <a:t>网络多架构</a:t>
            </a:r>
            <a:endParaRPr b="0" lang="en-US" sz="9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2" name="StarryXStyle-nav-7"/>
          <p:cNvSpPr/>
          <p:nvPr/>
        </p:nvSpPr>
        <p:spPr>
          <a:xfrm>
            <a:off x="10807560" y="245160"/>
            <a:ext cx="1082880" cy="25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ct val="100000"/>
              </a:lnSpc>
            </a:pPr>
            <a:r>
              <a:rPr b="0" lang="zh-CN" sz="980" spc="-1" strike="noStrike">
                <a:solidFill>
                  <a:srgbClr val="555555"/>
                </a:solidFill>
                <a:latin typeface="Microsoft YaHei"/>
                <a:ea typeface="Microsoft YaHei"/>
              </a:rPr>
              <a:t>总结展望</a:t>
            </a:r>
            <a:endParaRPr b="0" lang="en-US" sz="9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3" name="StarryXStyle-title-marker"/>
          <p:cNvSpPr/>
          <p:nvPr/>
        </p:nvSpPr>
        <p:spPr>
          <a:xfrm>
            <a:off x="529920" y="1239840"/>
            <a:ext cx="1681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ct val="100000"/>
              </a:lnSpc>
            </a:pPr>
            <a:r>
              <a:rPr b="1" lang="en-US" sz="1350" spc="-1" strike="noStrike">
                <a:solidFill>
                  <a:srgbClr val="111111"/>
                </a:solidFill>
                <a:latin typeface="Microsoft YaHei"/>
                <a:ea typeface="Microsoft YaHei"/>
              </a:rPr>
              <a:t>&gt;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rect 52"/>
          <p:cNvSpPr/>
          <p:nvPr/>
        </p:nvSpPr>
        <p:spPr>
          <a:xfrm>
            <a:off x="1800" y="0"/>
            <a:ext cx="12188520" cy="6856200"/>
          </a:xfrm>
          <a:prstGeom prst="rect">
            <a:avLst/>
          </a:prstGeom>
          <a:solidFill>
            <a:srgbClr val="f2f2f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 defTabSz="914400">
              <a:lnSpc>
                <a:spcPct val="100000"/>
              </a:lnSpc>
            </a:pPr>
            <a:endParaRPr b="0" lang="en-US" sz="12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305" name="Title"/>
          <p:cNvSpPr/>
          <p:nvPr/>
        </p:nvSpPr>
        <p:spPr>
          <a:xfrm>
            <a:off x="650160" y="1187280"/>
            <a:ext cx="10197360" cy="432720"/>
          </a:xfrm>
          <a:prstGeom prst="rect">
            <a:avLst/>
          </a:prstGeom>
          <a:noFill/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1" lang="en-US" sz="2250" spc="-1" strike="noStrike">
                <a:solidFill>
                  <a:srgbClr val="0078bd"/>
                </a:solidFill>
                <a:latin typeface="Microsoft YaHei"/>
                <a:ea typeface="Microsoft YaHei"/>
              </a:rPr>
              <a:t>Linux </a:t>
            </a:r>
            <a:r>
              <a:rPr b="1" lang="zh-CN" sz="2250" spc="-1" strike="noStrike">
                <a:solidFill>
                  <a:srgbClr val="0078bd"/>
                </a:solidFill>
                <a:latin typeface="Microsoft YaHei"/>
                <a:ea typeface="Microsoft YaHei"/>
              </a:rPr>
              <a:t>文件系统视图</a:t>
            </a:r>
            <a:endParaRPr b="0" lang="en-US" sz="2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6" name="Body"/>
          <p:cNvSpPr/>
          <p:nvPr/>
        </p:nvSpPr>
        <p:spPr>
          <a:xfrm>
            <a:off x="1260000" y="2356920"/>
            <a:ext cx="9774360" cy="2323080"/>
          </a:xfrm>
          <a:prstGeom prst="roundRect">
            <a:avLst>
              <a:gd name="adj" fmla="val 16667"/>
            </a:avLst>
          </a:prstGeom>
          <a:noFill/>
          <a:ln w="12700">
            <a:solidFill>
              <a:srgbClr val="4472c4"/>
            </a:solidFill>
            <a:prstDash val="dash"/>
            <a:miter/>
          </a:ln>
        </p:spPr>
        <p:style>
          <a:lnRef idx="0">
            <a:schemeClr val="accent1"/>
          </a:lnRef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879" spc="-1" strike="noStrike">
                <a:solidFill>
                  <a:schemeClr val="dk1"/>
                </a:solidFill>
                <a:latin typeface="Microsoft YaHei"/>
                <a:ea typeface="Microsoft YaHei"/>
              </a:rPr>
              <a:t>Linux </a:t>
            </a:r>
            <a:r>
              <a:rPr b="0" lang="zh-CN" sz="1879" spc="-1" strike="noStrike">
                <a:solidFill>
                  <a:schemeClr val="dk1"/>
                </a:solidFill>
                <a:latin typeface="Microsoft YaHei"/>
                <a:ea typeface="Microsoft YaHei"/>
              </a:rPr>
              <a:t>程序依赖的不只是文件内容</a:t>
            </a:r>
            <a:endParaRPr b="0" lang="en-US" sz="1879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1879" spc="-1" strike="noStrike">
                <a:solidFill>
                  <a:schemeClr val="dk1"/>
                </a:solidFill>
                <a:latin typeface="Microsoft YaHei"/>
                <a:ea typeface="Microsoft YaHei"/>
              </a:rPr>
              <a:t>stat / statx / statfs </a:t>
            </a:r>
            <a:r>
              <a:rPr b="0" lang="zh-CN" sz="1879" spc="-1" strike="noStrike">
                <a:solidFill>
                  <a:schemeClr val="dk1"/>
                </a:solidFill>
                <a:latin typeface="Microsoft YaHei"/>
                <a:ea typeface="Microsoft YaHei"/>
              </a:rPr>
              <a:t>提供权限、类型、大小、时间和设备信息</a:t>
            </a:r>
            <a:endParaRPr b="0" lang="en-US" sz="1879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1879" spc="-1" strike="noStrike">
                <a:solidFill>
                  <a:schemeClr val="dk1"/>
                </a:solidFill>
                <a:latin typeface="Microsoft YaHei"/>
                <a:ea typeface="Microsoft YaHei"/>
              </a:rPr>
              <a:t>chmod / chown / umask / access / utimensat </a:t>
            </a:r>
            <a:r>
              <a:rPr b="0" lang="zh-CN" sz="1879" spc="-1" strike="noStrike">
                <a:solidFill>
                  <a:schemeClr val="dk1"/>
                </a:solidFill>
                <a:latin typeface="Microsoft YaHei"/>
                <a:ea typeface="Microsoft YaHei"/>
              </a:rPr>
              <a:t>维护可见权限和时间状态</a:t>
            </a:r>
            <a:endParaRPr b="0" lang="en-US" sz="1879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1879" spc="-1" strike="noStrike">
                <a:solidFill>
                  <a:schemeClr val="dk1"/>
                </a:solidFill>
                <a:latin typeface="Microsoft YaHei"/>
                <a:ea typeface="Microsoft YaHei"/>
              </a:rPr>
              <a:t>symlink / hardlink / readlink / xattr </a:t>
            </a:r>
            <a:r>
              <a:rPr b="0" lang="zh-CN" sz="1879" spc="-1" strike="noStrike">
                <a:solidFill>
                  <a:schemeClr val="dk1"/>
                </a:solidFill>
                <a:latin typeface="Microsoft YaHei"/>
                <a:ea typeface="Microsoft YaHei"/>
              </a:rPr>
              <a:t>补齐链接和扩展属性行为</a:t>
            </a:r>
            <a:endParaRPr b="0" lang="en-US" sz="1879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1879" spc="-1" strike="noStrike">
                <a:solidFill>
                  <a:schemeClr val="dk1"/>
                </a:solidFill>
                <a:latin typeface="Microsoft YaHei"/>
                <a:ea typeface="Microsoft YaHei"/>
              </a:rPr>
              <a:t>/proc </a:t>
            </a:r>
            <a:r>
              <a:rPr b="0" lang="zh-CN" sz="1879" spc="-1" strike="noStrike">
                <a:solidFill>
                  <a:schemeClr val="dk1"/>
                </a:solidFill>
                <a:latin typeface="Microsoft YaHei"/>
                <a:ea typeface="Microsoft YaHei"/>
              </a:rPr>
              <a:t>暴露进程、</a:t>
            </a:r>
            <a:r>
              <a:rPr b="0" lang="en-US" sz="1879" spc="-1" strike="noStrike">
                <a:solidFill>
                  <a:schemeClr val="dk1"/>
                </a:solidFill>
                <a:latin typeface="Microsoft YaHei"/>
                <a:ea typeface="Microsoft YaHei"/>
              </a:rPr>
              <a:t>fd</a:t>
            </a:r>
            <a:r>
              <a:rPr b="0" lang="zh-CN" sz="1879" spc="-1" strike="noStrike">
                <a:solidFill>
                  <a:schemeClr val="dk1"/>
                </a:solidFill>
                <a:latin typeface="Microsoft YaHei"/>
                <a:ea typeface="Microsoft YaHei"/>
              </a:rPr>
              <a:t>、</a:t>
            </a:r>
            <a:r>
              <a:rPr b="0" lang="en-US" sz="1879" spc="-1" strike="noStrike">
                <a:solidFill>
                  <a:schemeClr val="dk1"/>
                </a:solidFill>
                <a:latin typeface="Microsoft YaHei"/>
                <a:ea typeface="Microsoft YaHei"/>
              </a:rPr>
              <a:t>maps</a:t>
            </a:r>
            <a:r>
              <a:rPr b="0" lang="zh-CN" sz="1879" spc="-1" strike="noStrike">
                <a:solidFill>
                  <a:schemeClr val="dk1"/>
                </a:solidFill>
                <a:latin typeface="Microsoft YaHei"/>
                <a:ea typeface="Microsoft YaHei"/>
              </a:rPr>
              <a:t>、</a:t>
            </a:r>
            <a:r>
              <a:rPr b="0" lang="en-US" sz="1879" spc="-1" strike="noStrike">
                <a:solidFill>
                  <a:schemeClr val="dk1"/>
                </a:solidFill>
                <a:latin typeface="Microsoft YaHei"/>
                <a:ea typeface="Microsoft YaHei"/>
              </a:rPr>
              <a:t>mounts</a:t>
            </a:r>
            <a:r>
              <a:rPr b="0" lang="zh-CN" sz="1879" spc="-1" strike="noStrike">
                <a:solidFill>
                  <a:schemeClr val="dk1"/>
                </a:solidFill>
                <a:latin typeface="Microsoft YaHei"/>
                <a:ea typeface="Microsoft YaHei"/>
              </a:rPr>
              <a:t>、</a:t>
            </a:r>
            <a:r>
              <a:rPr b="0" lang="en-US" sz="1879" spc="-1" strike="noStrike">
                <a:solidFill>
                  <a:schemeClr val="dk1"/>
                </a:solidFill>
                <a:latin typeface="Microsoft YaHei"/>
                <a:ea typeface="Microsoft YaHei"/>
              </a:rPr>
              <a:t>sysvipc </a:t>
            </a:r>
            <a:r>
              <a:rPr b="0" lang="zh-CN" sz="1879" spc="-1" strike="noStrike">
                <a:solidFill>
                  <a:schemeClr val="dk1"/>
                </a:solidFill>
                <a:latin typeface="Microsoft YaHei"/>
                <a:ea typeface="Microsoft YaHei"/>
              </a:rPr>
              <a:t>等运行时状态</a:t>
            </a:r>
            <a:endParaRPr b="0" lang="en-US" sz="1879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1879" spc="-1" strike="noStrike">
                <a:solidFill>
                  <a:schemeClr val="dk1"/>
                </a:solidFill>
                <a:latin typeface="Microsoft YaHei"/>
                <a:ea typeface="Microsoft YaHei"/>
              </a:rPr>
              <a:t>/sys </a:t>
            </a:r>
            <a:r>
              <a:rPr b="0" lang="zh-CN" sz="1879" spc="-1" strike="noStrike">
                <a:solidFill>
                  <a:schemeClr val="dk1"/>
                </a:solidFill>
                <a:latin typeface="Microsoft YaHei"/>
                <a:ea typeface="Microsoft YaHei"/>
              </a:rPr>
              <a:t>和 </a:t>
            </a:r>
            <a:r>
              <a:rPr b="0" lang="en-US" sz="1879" spc="-1" strike="noStrike">
                <a:solidFill>
                  <a:schemeClr val="dk1"/>
                </a:solidFill>
                <a:latin typeface="Microsoft YaHei"/>
                <a:ea typeface="Microsoft YaHei"/>
              </a:rPr>
              <a:t>/dev </a:t>
            </a:r>
            <a:r>
              <a:rPr b="0" lang="zh-CN" sz="1879" spc="-1" strike="noStrike">
                <a:solidFill>
                  <a:schemeClr val="dk1"/>
                </a:solidFill>
                <a:latin typeface="Microsoft YaHei"/>
                <a:ea typeface="Microsoft YaHei"/>
              </a:rPr>
              <a:t>提供设备、平台和常见特殊节点</a:t>
            </a:r>
            <a:endParaRPr b="0" lang="en-US" sz="1879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zh-CN" sz="1879" spc="-1" strike="noStrike">
                <a:solidFill>
                  <a:schemeClr val="dk1"/>
                </a:solidFill>
                <a:latin typeface="Microsoft YaHei"/>
                <a:ea typeface="Microsoft YaHei"/>
              </a:rPr>
              <a:t>作用：给 </a:t>
            </a:r>
            <a:r>
              <a:rPr b="0" lang="en-US" sz="1879" spc="-1" strike="noStrike">
                <a:solidFill>
                  <a:schemeClr val="dk1"/>
                </a:solidFill>
                <a:latin typeface="Microsoft YaHei"/>
                <a:ea typeface="Microsoft YaHei"/>
              </a:rPr>
              <a:t>BusyBox</a:t>
            </a:r>
            <a:r>
              <a:rPr b="0" lang="zh-CN" sz="1879" spc="-1" strike="noStrike">
                <a:solidFill>
                  <a:schemeClr val="dk1"/>
                </a:solidFill>
                <a:latin typeface="Microsoft YaHei"/>
                <a:ea typeface="Microsoft YaHei"/>
              </a:rPr>
              <a:t>、</a:t>
            </a:r>
            <a:r>
              <a:rPr b="0" lang="en-US" sz="1879" spc="-1" strike="noStrike">
                <a:solidFill>
                  <a:schemeClr val="dk1"/>
                </a:solidFill>
                <a:latin typeface="Microsoft YaHei"/>
                <a:ea typeface="Microsoft YaHei"/>
              </a:rPr>
              <a:t>shell</a:t>
            </a:r>
            <a:r>
              <a:rPr b="0" lang="zh-CN" sz="1879" spc="-1" strike="noStrike">
                <a:solidFill>
                  <a:schemeClr val="dk1"/>
                </a:solidFill>
                <a:latin typeface="Microsoft YaHei"/>
                <a:ea typeface="Microsoft YaHei"/>
              </a:rPr>
              <a:t>、</a:t>
            </a:r>
            <a:r>
              <a:rPr b="0" lang="en-US" sz="1879" spc="-1" strike="noStrike">
                <a:solidFill>
                  <a:schemeClr val="dk1"/>
                </a:solidFill>
                <a:latin typeface="Microsoft YaHei"/>
                <a:ea typeface="Microsoft YaHei"/>
              </a:rPr>
              <a:t>LTP </a:t>
            </a:r>
            <a:r>
              <a:rPr b="0" lang="zh-CN" sz="1879" spc="-1" strike="noStrike">
                <a:solidFill>
                  <a:schemeClr val="dk1"/>
                </a:solidFill>
                <a:latin typeface="Microsoft YaHei"/>
                <a:ea typeface="Microsoft YaHei"/>
              </a:rPr>
              <a:t>提供更接近 </a:t>
            </a:r>
            <a:r>
              <a:rPr b="0" lang="en-US" sz="1879" spc="-1" strike="noStrike">
                <a:solidFill>
                  <a:schemeClr val="dk1"/>
                </a:solidFill>
                <a:latin typeface="Microsoft YaHei"/>
                <a:ea typeface="Microsoft YaHei"/>
              </a:rPr>
              <a:t>Linux </a:t>
            </a:r>
            <a:r>
              <a:rPr b="0" lang="zh-CN" sz="1879" spc="-1" strike="noStrike">
                <a:solidFill>
                  <a:schemeClr val="dk1"/>
                </a:solidFill>
                <a:latin typeface="Microsoft YaHei"/>
                <a:ea typeface="Microsoft YaHei"/>
              </a:rPr>
              <a:t>的环境视图</a:t>
            </a:r>
            <a:endParaRPr b="0" lang="en-US" sz="1879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307" name="StarryXStyle-header-logo" descr=""/>
          <p:cNvPicPr/>
          <p:nvPr/>
        </p:nvPicPr>
        <p:blipFill>
          <a:blip r:embed="rId1"/>
          <a:stretch/>
        </p:blipFill>
        <p:spPr>
          <a:xfrm>
            <a:off x="150120" y="119880"/>
            <a:ext cx="2548080" cy="608040"/>
          </a:xfrm>
          <a:prstGeom prst="rect">
            <a:avLst/>
          </a:prstGeom>
          <a:ln w="0">
            <a:noFill/>
          </a:ln>
        </p:spPr>
      </p:pic>
      <p:sp>
        <p:nvSpPr>
          <p:cNvPr id="308" name="StarryXStyle-nav-active"/>
          <p:cNvSpPr/>
          <p:nvPr/>
        </p:nvSpPr>
        <p:spPr>
          <a:xfrm>
            <a:off x="8638200" y="0"/>
            <a:ext cx="1082880" cy="708120"/>
          </a:xfrm>
          <a:prstGeom prst="rect">
            <a:avLst/>
          </a:prstGeom>
          <a:solidFill>
            <a:srgbClr val="0078b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09" name="StarryXStyle-nav-1"/>
          <p:cNvSpPr/>
          <p:nvPr/>
        </p:nvSpPr>
        <p:spPr>
          <a:xfrm>
            <a:off x="4299840" y="245160"/>
            <a:ext cx="1082880" cy="25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ct val="100000"/>
              </a:lnSpc>
            </a:pPr>
            <a:r>
              <a:rPr b="0" lang="zh-CN" sz="980" spc="-1" strike="noStrike">
                <a:solidFill>
                  <a:srgbClr val="555555"/>
                </a:solidFill>
                <a:latin typeface="Microsoft YaHei"/>
                <a:ea typeface="Microsoft YaHei"/>
              </a:rPr>
              <a:t>项目概况</a:t>
            </a:r>
            <a:endParaRPr b="0" lang="en-US" sz="9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0" name="StarryXStyle-nav-2"/>
          <p:cNvSpPr/>
          <p:nvPr/>
        </p:nvSpPr>
        <p:spPr>
          <a:xfrm>
            <a:off x="5384520" y="245160"/>
            <a:ext cx="1082880" cy="25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ct val="100000"/>
              </a:lnSpc>
            </a:pPr>
            <a:r>
              <a:rPr b="0" lang="zh-CN" sz="980" spc="-1" strike="noStrike">
                <a:solidFill>
                  <a:srgbClr val="555555"/>
                </a:solidFill>
                <a:latin typeface="Microsoft YaHei"/>
                <a:ea typeface="Microsoft YaHei"/>
              </a:rPr>
              <a:t>成果展示</a:t>
            </a:r>
            <a:endParaRPr b="0" lang="en-US" sz="9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1" name="StarryXStyle-nav-3"/>
          <p:cNvSpPr/>
          <p:nvPr/>
        </p:nvSpPr>
        <p:spPr>
          <a:xfrm>
            <a:off x="6469200" y="245160"/>
            <a:ext cx="1082880" cy="25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ct val="100000"/>
              </a:lnSpc>
            </a:pPr>
            <a:r>
              <a:rPr b="0" lang="zh-CN" sz="980" spc="-1" strike="noStrike">
                <a:solidFill>
                  <a:srgbClr val="555555"/>
                </a:solidFill>
                <a:latin typeface="Microsoft YaHei"/>
                <a:ea typeface="Microsoft YaHei"/>
              </a:rPr>
              <a:t>架构兼容</a:t>
            </a:r>
            <a:endParaRPr b="0" lang="en-US" sz="9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2" name="StarryXStyle-nav-4"/>
          <p:cNvSpPr/>
          <p:nvPr/>
        </p:nvSpPr>
        <p:spPr>
          <a:xfrm>
            <a:off x="7553880" y="245160"/>
            <a:ext cx="1082880" cy="25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ct val="100000"/>
              </a:lnSpc>
            </a:pPr>
            <a:r>
              <a:rPr b="0" lang="zh-CN" sz="980" spc="-1" strike="noStrike">
                <a:solidFill>
                  <a:srgbClr val="555555"/>
                </a:solidFill>
                <a:latin typeface="Microsoft YaHei"/>
                <a:ea typeface="Microsoft YaHei"/>
              </a:rPr>
              <a:t>内存进程</a:t>
            </a:r>
            <a:endParaRPr b="0" lang="en-US" sz="9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3" name="StarryXStyle-nav-5"/>
          <p:cNvSpPr/>
          <p:nvPr/>
        </p:nvSpPr>
        <p:spPr>
          <a:xfrm>
            <a:off x="8638200" y="190080"/>
            <a:ext cx="1082880" cy="25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980" spc="-1" strike="noStrike">
                <a:solidFill>
                  <a:srgbClr val="ffffff"/>
                </a:solidFill>
                <a:latin typeface="Microsoft YaHei"/>
                <a:ea typeface="Microsoft YaHei"/>
              </a:rPr>
              <a:t>文件</a:t>
            </a:r>
            <a:r>
              <a:rPr b="1" lang="en-US" sz="980" spc="-1" strike="noStrike">
                <a:solidFill>
                  <a:srgbClr val="ffffff"/>
                </a:solidFill>
                <a:latin typeface="Microsoft YaHei"/>
                <a:ea typeface="Microsoft YaHei"/>
              </a:rPr>
              <a:t>IPC</a:t>
            </a:r>
            <a:endParaRPr b="0" lang="en-US" sz="9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4" name="StarryXStyle-nav-6"/>
          <p:cNvSpPr/>
          <p:nvPr/>
        </p:nvSpPr>
        <p:spPr>
          <a:xfrm>
            <a:off x="9722880" y="245160"/>
            <a:ext cx="1082880" cy="25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ct val="100000"/>
              </a:lnSpc>
            </a:pPr>
            <a:r>
              <a:rPr b="0" lang="zh-CN" sz="980" spc="-1" strike="noStrike">
                <a:solidFill>
                  <a:srgbClr val="555555"/>
                </a:solidFill>
                <a:latin typeface="Microsoft YaHei"/>
                <a:ea typeface="Microsoft YaHei"/>
              </a:rPr>
              <a:t>网络多架构</a:t>
            </a:r>
            <a:endParaRPr b="0" lang="en-US" sz="9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5" name="StarryXStyle-nav-7"/>
          <p:cNvSpPr/>
          <p:nvPr/>
        </p:nvSpPr>
        <p:spPr>
          <a:xfrm>
            <a:off x="10807560" y="245160"/>
            <a:ext cx="1082880" cy="25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ct val="100000"/>
              </a:lnSpc>
            </a:pPr>
            <a:r>
              <a:rPr b="0" lang="zh-CN" sz="980" spc="-1" strike="noStrike">
                <a:solidFill>
                  <a:srgbClr val="555555"/>
                </a:solidFill>
                <a:latin typeface="Microsoft YaHei"/>
                <a:ea typeface="Microsoft YaHei"/>
              </a:rPr>
              <a:t>总结展望</a:t>
            </a:r>
            <a:endParaRPr b="0" lang="en-US" sz="9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6" name="StarryXStyle-title-marker"/>
          <p:cNvSpPr/>
          <p:nvPr/>
        </p:nvSpPr>
        <p:spPr>
          <a:xfrm>
            <a:off x="529920" y="1239840"/>
            <a:ext cx="1681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ct val="100000"/>
              </a:lnSpc>
            </a:pPr>
            <a:r>
              <a:rPr b="1" lang="en-US" sz="1350" spc="-1" strike="noStrike">
                <a:solidFill>
                  <a:srgbClr val="111111"/>
                </a:solidFill>
                <a:latin typeface="Microsoft YaHei"/>
                <a:ea typeface="Microsoft YaHei"/>
              </a:rPr>
              <a:t>&gt;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rect 52"/>
          <p:cNvSpPr/>
          <p:nvPr/>
        </p:nvSpPr>
        <p:spPr>
          <a:xfrm>
            <a:off x="0" y="-16560"/>
            <a:ext cx="12188520" cy="6856200"/>
          </a:xfrm>
          <a:prstGeom prst="rect">
            <a:avLst/>
          </a:prstGeom>
          <a:solidFill>
            <a:srgbClr val="f2f2f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 defTabSz="914400">
              <a:lnSpc>
                <a:spcPct val="100000"/>
              </a:lnSpc>
            </a:pPr>
            <a:endParaRPr b="0" lang="en-US" sz="12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318" name="Title"/>
          <p:cNvSpPr/>
          <p:nvPr/>
        </p:nvSpPr>
        <p:spPr>
          <a:xfrm>
            <a:off x="650160" y="1171080"/>
            <a:ext cx="9686160" cy="432720"/>
          </a:xfrm>
          <a:prstGeom prst="rect">
            <a:avLst/>
          </a:prstGeom>
          <a:noFill/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1" lang="zh-CN" sz="2250" spc="-1" strike="noStrike">
                <a:solidFill>
                  <a:srgbClr val="0078bd"/>
                </a:solidFill>
                <a:latin typeface="Microsoft YaHei"/>
                <a:ea typeface="Microsoft YaHei"/>
              </a:rPr>
              <a:t>信号与 </a:t>
            </a:r>
            <a:r>
              <a:rPr b="1" lang="en-US" sz="2250" spc="-1" strike="noStrike">
                <a:solidFill>
                  <a:srgbClr val="0078bd"/>
                </a:solidFill>
                <a:latin typeface="Microsoft YaHei"/>
                <a:ea typeface="Microsoft YaHei"/>
              </a:rPr>
              <a:t>IPC</a:t>
            </a:r>
            <a:endParaRPr b="0" lang="en-US" sz="225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319" name="orays-06-ipc-shm.png" descr=""/>
          <p:cNvPicPr/>
          <p:nvPr/>
        </p:nvPicPr>
        <p:blipFill>
          <a:blip r:embed="rId1"/>
          <a:stretch/>
        </p:blipFill>
        <p:spPr>
          <a:xfrm>
            <a:off x="6135480" y="1603800"/>
            <a:ext cx="4902840" cy="4305240"/>
          </a:xfrm>
          <a:prstGeom prst="rect">
            <a:avLst/>
          </a:prstGeom>
          <a:ln w="0">
            <a:noFill/>
          </a:ln>
        </p:spPr>
      </p:pic>
      <p:sp>
        <p:nvSpPr>
          <p:cNvPr id="320" name="Caption"/>
          <p:cNvSpPr/>
          <p:nvPr/>
        </p:nvSpPr>
        <p:spPr>
          <a:xfrm>
            <a:off x="6654240" y="6097680"/>
            <a:ext cx="4730760" cy="219240"/>
          </a:xfrm>
          <a:prstGeom prst="rect">
            <a:avLst/>
          </a:prstGeom>
          <a:noFill/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850" spc="-1" strike="noStrike">
                <a:solidFill>
                  <a:schemeClr val="dk1"/>
                </a:solidFill>
                <a:latin typeface="Microsoft YaHei"/>
                <a:ea typeface="Microsoft YaHei"/>
              </a:rPr>
              <a:t>SysV SHM </a:t>
            </a:r>
            <a:r>
              <a:rPr b="0" lang="zh-CN" sz="850" spc="-1" strike="noStrike">
                <a:solidFill>
                  <a:schemeClr val="dk1"/>
                </a:solidFill>
                <a:latin typeface="Microsoft YaHei"/>
                <a:ea typeface="Microsoft YaHei"/>
              </a:rPr>
              <a:t>从 </a:t>
            </a:r>
            <a:r>
              <a:rPr b="0" lang="en-US" sz="850" spc="-1" strike="noStrike">
                <a:solidFill>
                  <a:schemeClr val="dk1"/>
                </a:solidFill>
                <a:latin typeface="Microsoft YaHei"/>
                <a:ea typeface="Microsoft YaHei"/>
              </a:rPr>
              <a:t>shmget</a:t>
            </a:r>
            <a:r>
              <a:rPr b="0" lang="zh-CN" sz="850" spc="-1" strike="noStrike">
                <a:solidFill>
                  <a:schemeClr val="dk1"/>
                </a:solidFill>
                <a:latin typeface="Microsoft YaHei"/>
                <a:ea typeface="Microsoft YaHei"/>
              </a:rPr>
              <a:t>、</a:t>
            </a:r>
            <a:r>
              <a:rPr b="0" lang="en-US" sz="850" spc="-1" strike="noStrike">
                <a:solidFill>
                  <a:schemeClr val="dk1"/>
                </a:solidFill>
                <a:latin typeface="Microsoft YaHei"/>
                <a:ea typeface="Microsoft YaHei"/>
              </a:rPr>
              <a:t>shmat</a:t>
            </a:r>
            <a:r>
              <a:rPr b="0" lang="zh-CN" sz="850" spc="-1" strike="noStrike">
                <a:solidFill>
                  <a:schemeClr val="dk1"/>
                </a:solidFill>
                <a:latin typeface="Microsoft YaHei"/>
                <a:ea typeface="Microsoft YaHei"/>
              </a:rPr>
              <a:t>、</a:t>
            </a:r>
            <a:r>
              <a:rPr b="0" lang="en-US" sz="850" spc="-1" strike="noStrike">
                <a:solidFill>
                  <a:schemeClr val="dk1"/>
                </a:solidFill>
                <a:latin typeface="Microsoft YaHei"/>
                <a:ea typeface="Microsoft YaHei"/>
              </a:rPr>
              <a:t>IPC_RMID </a:t>
            </a:r>
            <a:r>
              <a:rPr b="0" lang="zh-CN" sz="850" spc="-1" strike="noStrike">
                <a:solidFill>
                  <a:schemeClr val="dk1"/>
                </a:solidFill>
                <a:latin typeface="Microsoft YaHei"/>
                <a:ea typeface="Microsoft YaHei"/>
              </a:rPr>
              <a:t>到最后一次 </a:t>
            </a:r>
            <a:r>
              <a:rPr b="0" lang="en-US" sz="850" spc="-1" strike="noStrike">
                <a:solidFill>
                  <a:schemeClr val="dk1"/>
                </a:solidFill>
                <a:latin typeface="Microsoft YaHei"/>
                <a:ea typeface="Microsoft YaHei"/>
              </a:rPr>
              <a:t>shmdt </a:t>
            </a:r>
            <a:r>
              <a:rPr b="0" lang="zh-CN" sz="850" spc="-1" strike="noStrike">
                <a:solidFill>
                  <a:schemeClr val="dk1"/>
                </a:solidFill>
                <a:latin typeface="Microsoft YaHei"/>
                <a:ea typeface="Microsoft YaHei"/>
              </a:rPr>
              <a:t>的生命周期</a:t>
            </a:r>
            <a:endParaRPr b="0" lang="en-US" sz="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1" name="Body"/>
          <p:cNvSpPr/>
          <p:nvPr/>
        </p:nvSpPr>
        <p:spPr>
          <a:xfrm>
            <a:off x="1252080" y="1792440"/>
            <a:ext cx="4462560" cy="4327560"/>
          </a:xfrm>
          <a:prstGeom prst="roundRect">
            <a:avLst>
              <a:gd name="adj" fmla="val 16667"/>
            </a:avLst>
          </a:prstGeom>
          <a:noFill/>
          <a:ln w="12700">
            <a:solidFill>
              <a:srgbClr val="4472c4"/>
            </a:solidFill>
            <a:prstDash val="dash"/>
            <a:miter/>
          </a:ln>
        </p:spPr>
        <p:style>
          <a:lnRef idx="0">
            <a:schemeClr val="accent1"/>
          </a:lnRef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zh-CN" sz="1790" spc="-1" strike="noStrike">
                <a:solidFill>
                  <a:schemeClr val="dk1"/>
                </a:solidFill>
                <a:latin typeface="Microsoft YaHei"/>
                <a:ea typeface="Microsoft YaHei"/>
              </a:rPr>
              <a:t>核心问题</a:t>
            </a:r>
            <a:endParaRPr b="0" lang="en-US" sz="179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1790" spc="-1" strike="noStrike">
                <a:solidFill>
                  <a:schemeClr val="dk1"/>
                </a:solidFill>
                <a:latin typeface="Microsoft YaHei"/>
                <a:ea typeface="Microsoft YaHei"/>
              </a:rPr>
              <a:t>Linux IPC </a:t>
            </a:r>
            <a:r>
              <a:rPr b="0" lang="zh-CN" sz="1790" spc="-1" strike="noStrike">
                <a:solidFill>
                  <a:schemeClr val="dk1"/>
                </a:solidFill>
                <a:latin typeface="Microsoft YaHei"/>
                <a:ea typeface="Microsoft YaHei"/>
              </a:rPr>
              <a:t>不只是创建对象，还要处理权限、等待、唤醒和生命周期</a:t>
            </a:r>
            <a:endParaRPr b="0" lang="en-US" sz="179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zh-CN" sz="1790" spc="-1" strike="noStrike">
                <a:solidFill>
                  <a:schemeClr val="dk1"/>
                </a:solidFill>
                <a:latin typeface="Microsoft YaHei"/>
                <a:ea typeface="Microsoft YaHei"/>
              </a:rPr>
              <a:t>共享内存删除后，新进程不能再 </a:t>
            </a:r>
            <a:r>
              <a:rPr b="0" lang="en-US" sz="1790" spc="-1" strike="noStrike">
                <a:solidFill>
                  <a:schemeClr val="dk1"/>
                </a:solidFill>
                <a:latin typeface="Microsoft YaHei"/>
                <a:ea typeface="Microsoft YaHei"/>
              </a:rPr>
              <a:t>attach</a:t>
            </a:r>
            <a:r>
              <a:rPr b="0" lang="zh-CN" sz="1790" spc="-1" strike="noStrike">
                <a:solidFill>
                  <a:schemeClr val="dk1"/>
                </a:solidFill>
                <a:latin typeface="Microsoft YaHei"/>
                <a:ea typeface="Microsoft YaHei"/>
              </a:rPr>
              <a:t>，旧进程仍要能继续访问</a:t>
            </a:r>
            <a:endParaRPr b="0" lang="en-US" sz="179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zh-CN" sz="1790" spc="-1" strike="noStrike">
                <a:solidFill>
                  <a:schemeClr val="dk1"/>
                </a:solidFill>
                <a:latin typeface="Microsoft YaHei"/>
                <a:ea typeface="Microsoft YaHei"/>
              </a:rPr>
              <a:t>实现方式</a:t>
            </a:r>
            <a:endParaRPr b="0" lang="en-US" sz="179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1790" spc="-1" strike="noStrike">
                <a:solidFill>
                  <a:schemeClr val="dk1"/>
                </a:solidFill>
                <a:latin typeface="Microsoft YaHei"/>
                <a:ea typeface="Microsoft YaHei"/>
              </a:rPr>
              <a:t>System V SHM </a:t>
            </a:r>
            <a:r>
              <a:rPr b="0" lang="zh-CN" sz="1790" spc="-1" strike="noStrike">
                <a:solidFill>
                  <a:schemeClr val="dk1"/>
                </a:solidFill>
                <a:latin typeface="Microsoft YaHei"/>
                <a:ea typeface="Microsoft YaHei"/>
              </a:rPr>
              <a:t>使用活动表和延迟释放机制</a:t>
            </a:r>
            <a:endParaRPr b="0" lang="en-US" sz="179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zh-CN" sz="1790" spc="-1" strike="noStrike">
                <a:solidFill>
                  <a:schemeClr val="dk1"/>
                </a:solidFill>
                <a:latin typeface="Microsoft YaHei"/>
                <a:ea typeface="Microsoft YaHei"/>
              </a:rPr>
              <a:t>最后一次 </a:t>
            </a:r>
            <a:r>
              <a:rPr b="0" lang="en-US" sz="1790" spc="-1" strike="noStrike">
                <a:solidFill>
                  <a:schemeClr val="dk1"/>
                </a:solidFill>
                <a:latin typeface="Microsoft YaHei"/>
                <a:ea typeface="Microsoft YaHei"/>
              </a:rPr>
              <a:t>detach </a:t>
            </a:r>
            <a:r>
              <a:rPr b="0" lang="zh-CN" sz="1790" spc="-1" strike="noStrike">
                <a:solidFill>
                  <a:schemeClr val="dk1"/>
                </a:solidFill>
                <a:latin typeface="Microsoft YaHei"/>
                <a:ea typeface="Microsoft YaHei"/>
              </a:rPr>
              <a:t>或进程退出后再释放物理页</a:t>
            </a:r>
            <a:endParaRPr b="0" lang="en-US" sz="179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zh-CN" sz="1790" spc="-1" strike="noStrike">
                <a:solidFill>
                  <a:schemeClr val="dk1"/>
                </a:solidFill>
                <a:latin typeface="Microsoft YaHei"/>
                <a:ea typeface="Microsoft YaHei"/>
              </a:rPr>
              <a:t>信号在返回用户态前统一检查和递交</a:t>
            </a:r>
            <a:endParaRPr b="0" lang="en-US" sz="179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zh-CN" sz="1790" spc="-1" strike="noStrike">
                <a:solidFill>
                  <a:schemeClr val="dk1"/>
                </a:solidFill>
                <a:latin typeface="Microsoft YaHei"/>
                <a:ea typeface="Microsoft YaHei"/>
              </a:rPr>
              <a:t>好处：避免资源过早释放，也避免删除后的对象被新进程继续使用</a:t>
            </a:r>
            <a:endParaRPr b="0" lang="en-US" sz="179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322" name="StarryXStyle-header-logo" descr=""/>
          <p:cNvPicPr/>
          <p:nvPr/>
        </p:nvPicPr>
        <p:blipFill>
          <a:blip r:embed="rId2"/>
          <a:stretch/>
        </p:blipFill>
        <p:spPr>
          <a:xfrm>
            <a:off x="150120" y="119880"/>
            <a:ext cx="2548080" cy="608040"/>
          </a:xfrm>
          <a:prstGeom prst="rect">
            <a:avLst/>
          </a:prstGeom>
          <a:ln w="0">
            <a:noFill/>
          </a:ln>
        </p:spPr>
      </p:pic>
      <p:sp>
        <p:nvSpPr>
          <p:cNvPr id="323" name="StarryXStyle-nav-active"/>
          <p:cNvSpPr/>
          <p:nvPr/>
        </p:nvSpPr>
        <p:spPr>
          <a:xfrm>
            <a:off x="8638200" y="0"/>
            <a:ext cx="1082880" cy="708120"/>
          </a:xfrm>
          <a:prstGeom prst="rect">
            <a:avLst/>
          </a:prstGeom>
          <a:solidFill>
            <a:srgbClr val="0078b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24" name="StarryXStyle-nav-1"/>
          <p:cNvSpPr/>
          <p:nvPr/>
        </p:nvSpPr>
        <p:spPr>
          <a:xfrm>
            <a:off x="4299840" y="245160"/>
            <a:ext cx="1082880" cy="25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ct val="100000"/>
              </a:lnSpc>
            </a:pPr>
            <a:r>
              <a:rPr b="0" lang="zh-CN" sz="980" spc="-1" strike="noStrike">
                <a:solidFill>
                  <a:srgbClr val="555555"/>
                </a:solidFill>
                <a:latin typeface="Microsoft YaHei"/>
                <a:ea typeface="Microsoft YaHei"/>
              </a:rPr>
              <a:t>项目概况</a:t>
            </a:r>
            <a:endParaRPr b="0" lang="en-US" sz="9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5" name="StarryXStyle-nav-2"/>
          <p:cNvSpPr/>
          <p:nvPr/>
        </p:nvSpPr>
        <p:spPr>
          <a:xfrm>
            <a:off x="5384520" y="245160"/>
            <a:ext cx="1082880" cy="25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ct val="100000"/>
              </a:lnSpc>
            </a:pPr>
            <a:r>
              <a:rPr b="0" lang="zh-CN" sz="980" spc="-1" strike="noStrike">
                <a:solidFill>
                  <a:srgbClr val="555555"/>
                </a:solidFill>
                <a:latin typeface="Microsoft YaHei"/>
                <a:ea typeface="Microsoft YaHei"/>
              </a:rPr>
              <a:t>成果展示</a:t>
            </a:r>
            <a:endParaRPr b="0" lang="en-US" sz="9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6" name="StarryXStyle-nav-3"/>
          <p:cNvSpPr/>
          <p:nvPr/>
        </p:nvSpPr>
        <p:spPr>
          <a:xfrm>
            <a:off x="6469200" y="245160"/>
            <a:ext cx="1082880" cy="25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ct val="100000"/>
              </a:lnSpc>
            </a:pPr>
            <a:r>
              <a:rPr b="0" lang="zh-CN" sz="980" spc="-1" strike="noStrike">
                <a:solidFill>
                  <a:srgbClr val="555555"/>
                </a:solidFill>
                <a:latin typeface="Microsoft YaHei"/>
                <a:ea typeface="Microsoft YaHei"/>
              </a:rPr>
              <a:t>架构兼容</a:t>
            </a:r>
            <a:endParaRPr b="0" lang="en-US" sz="9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7" name="StarryXStyle-nav-4"/>
          <p:cNvSpPr/>
          <p:nvPr/>
        </p:nvSpPr>
        <p:spPr>
          <a:xfrm>
            <a:off x="7553880" y="245160"/>
            <a:ext cx="1082880" cy="25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ct val="100000"/>
              </a:lnSpc>
            </a:pPr>
            <a:r>
              <a:rPr b="0" lang="zh-CN" sz="980" spc="-1" strike="noStrike">
                <a:solidFill>
                  <a:srgbClr val="555555"/>
                </a:solidFill>
                <a:latin typeface="Microsoft YaHei"/>
                <a:ea typeface="Microsoft YaHei"/>
              </a:rPr>
              <a:t>内存进程</a:t>
            </a:r>
            <a:endParaRPr b="0" lang="en-US" sz="9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8" name="StarryXStyle-nav-5"/>
          <p:cNvSpPr/>
          <p:nvPr/>
        </p:nvSpPr>
        <p:spPr>
          <a:xfrm>
            <a:off x="8638200" y="190080"/>
            <a:ext cx="1082880" cy="25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980" spc="-1" strike="noStrike">
                <a:solidFill>
                  <a:srgbClr val="ffffff"/>
                </a:solidFill>
                <a:latin typeface="Microsoft YaHei"/>
                <a:ea typeface="Microsoft YaHei"/>
              </a:rPr>
              <a:t>文件</a:t>
            </a:r>
            <a:r>
              <a:rPr b="1" lang="en-US" sz="980" spc="-1" strike="noStrike">
                <a:solidFill>
                  <a:srgbClr val="ffffff"/>
                </a:solidFill>
                <a:latin typeface="Microsoft YaHei"/>
                <a:ea typeface="Microsoft YaHei"/>
              </a:rPr>
              <a:t>IPC</a:t>
            </a:r>
            <a:endParaRPr b="0" lang="en-US" sz="9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9" name="StarryXStyle-nav-6"/>
          <p:cNvSpPr/>
          <p:nvPr/>
        </p:nvSpPr>
        <p:spPr>
          <a:xfrm>
            <a:off x="9722880" y="245160"/>
            <a:ext cx="1082880" cy="25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ct val="100000"/>
              </a:lnSpc>
            </a:pPr>
            <a:r>
              <a:rPr b="0" lang="zh-CN" sz="980" spc="-1" strike="noStrike">
                <a:solidFill>
                  <a:srgbClr val="555555"/>
                </a:solidFill>
                <a:latin typeface="Microsoft YaHei"/>
                <a:ea typeface="Microsoft YaHei"/>
              </a:rPr>
              <a:t>网络多架构</a:t>
            </a:r>
            <a:endParaRPr b="0" lang="en-US" sz="9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0" name="StarryXStyle-nav-7"/>
          <p:cNvSpPr/>
          <p:nvPr/>
        </p:nvSpPr>
        <p:spPr>
          <a:xfrm>
            <a:off x="10807560" y="245160"/>
            <a:ext cx="1082880" cy="25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ct val="100000"/>
              </a:lnSpc>
            </a:pPr>
            <a:r>
              <a:rPr b="0" lang="zh-CN" sz="980" spc="-1" strike="noStrike">
                <a:solidFill>
                  <a:srgbClr val="555555"/>
                </a:solidFill>
                <a:latin typeface="Microsoft YaHei"/>
                <a:ea typeface="Microsoft YaHei"/>
              </a:rPr>
              <a:t>总结展望</a:t>
            </a:r>
            <a:endParaRPr b="0" lang="en-US" sz="9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1" name="StarryXStyle-title-marker"/>
          <p:cNvSpPr/>
          <p:nvPr/>
        </p:nvSpPr>
        <p:spPr>
          <a:xfrm>
            <a:off x="529920" y="1239840"/>
            <a:ext cx="1681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ct val="100000"/>
              </a:lnSpc>
            </a:pPr>
            <a:r>
              <a:rPr b="1" lang="en-US" sz="1350" spc="-1" strike="noStrike">
                <a:solidFill>
                  <a:srgbClr val="111111"/>
                </a:solidFill>
                <a:latin typeface="Microsoft YaHei"/>
                <a:ea typeface="Microsoft YaHei"/>
              </a:rPr>
              <a:t>&gt;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StarryXTransition-bg"/>
          <p:cNvSpPr/>
          <p:nvPr/>
        </p:nvSpPr>
        <p:spPr>
          <a:xfrm>
            <a:off x="0" y="0"/>
            <a:ext cx="12190320" cy="6856200"/>
          </a:xfrm>
          <a:prstGeom prst="rect">
            <a:avLst/>
          </a:prstGeom>
          <a:solidFill>
            <a:srgbClr val="f2f2f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3" name="StarryXTransition-blue-band"/>
          <p:cNvSpPr/>
          <p:nvPr/>
        </p:nvSpPr>
        <p:spPr>
          <a:xfrm>
            <a:off x="0" y="0"/>
            <a:ext cx="12190320" cy="3735720"/>
          </a:xfrm>
          <a:prstGeom prst="rect">
            <a:avLst/>
          </a:prstGeom>
          <a:solidFill>
            <a:srgbClr val="0078b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34" name="StarryXTransition-blue-shadow"/>
          <p:cNvSpPr/>
          <p:nvPr/>
        </p:nvSpPr>
        <p:spPr>
          <a:xfrm>
            <a:off x="0" y="3669120"/>
            <a:ext cx="12190320" cy="26280"/>
          </a:xfrm>
          <a:prstGeom prst="rect">
            <a:avLst/>
          </a:prstGeom>
          <a:solidFill>
            <a:srgbClr val="00649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16920" bIns="-16920" anchor="t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335" name="StarryXTransition-cscc-logo" descr=""/>
          <p:cNvPicPr/>
          <p:nvPr/>
        </p:nvPicPr>
        <p:blipFill>
          <a:blip r:embed="rId1"/>
          <a:stretch/>
        </p:blipFill>
        <p:spPr>
          <a:xfrm>
            <a:off x="97560" y="219600"/>
            <a:ext cx="2948760" cy="608400"/>
          </a:xfrm>
          <a:prstGeom prst="rect">
            <a:avLst/>
          </a:prstGeom>
          <a:ln w="0">
            <a:noFill/>
          </a:ln>
        </p:spPr>
      </p:pic>
      <p:pic>
        <p:nvPicPr>
          <p:cNvPr id="336" name="StarryXTransition-hzdu-logo" descr=""/>
          <p:cNvPicPr/>
          <p:nvPr/>
        </p:nvPicPr>
        <p:blipFill>
          <a:blip r:embed="rId2"/>
          <a:stretch/>
        </p:blipFill>
        <p:spPr>
          <a:xfrm>
            <a:off x="8558640" y="102960"/>
            <a:ext cx="3546000" cy="828000"/>
          </a:xfrm>
          <a:prstGeom prst="rect">
            <a:avLst/>
          </a:prstGeom>
          <a:ln w="0">
            <a:noFill/>
          </a:ln>
        </p:spPr>
      </p:pic>
      <p:sp>
        <p:nvSpPr>
          <p:cNvPr id="337" name="StarryXTransition-part-hex"/>
          <p:cNvSpPr/>
          <p:nvPr/>
        </p:nvSpPr>
        <p:spPr>
          <a:xfrm>
            <a:off x="5157360" y="2983320"/>
            <a:ext cx="1875600" cy="1541880"/>
          </a:xfrm>
          <a:prstGeom prst="hexagon">
            <a:avLst>
              <a:gd name="adj" fmla="val 25000"/>
              <a:gd name="vf" fmla="val 115470"/>
            </a:avLst>
          </a:prstGeom>
          <a:solidFill>
            <a:srgbClr val="9ec7f1"/>
          </a:solidFill>
          <a:ln w="2200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8" name="StarryXTransition-part-text"/>
          <p:cNvSpPr/>
          <p:nvPr/>
        </p:nvSpPr>
        <p:spPr>
          <a:xfrm>
            <a:off x="5157360" y="3633120"/>
            <a:ext cx="1875600" cy="378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ct val="100000"/>
              </a:lnSpc>
            </a:pPr>
            <a:r>
              <a:rPr b="1" lang="en-US" sz="1700" spc="-1" strike="noStrike">
                <a:solidFill>
                  <a:srgbClr val="0078bd"/>
                </a:solidFill>
                <a:latin typeface="Microsoft YaHei"/>
                <a:ea typeface="Microsoft YaHei"/>
              </a:rPr>
              <a:t>Part.06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9" name="StarryXTransition-title"/>
          <p:cNvSpPr/>
          <p:nvPr/>
        </p:nvSpPr>
        <p:spPr>
          <a:xfrm>
            <a:off x="1219320" y="4526280"/>
            <a:ext cx="9751680" cy="102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4200" spc="-1" strike="noStrike">
                <a:solidFill>
                  <a:srgbClr val="0078bd"/>
                </a:solidFill>
                <a:latin typeface="Microsoft YaHei"/>
                <a:ea typeface="Microsoft YaHei"/>
              </a:rPr>
              <a:t>网络与多架构</a:t>
            </a:r>
            <a:endParaRPr b="0" lang="en-US" sz="4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rect 52"/>
          <p:cNvSpPr/>
          <p:nvPr/>
        </p:nvSpPr>
        <p:spPr>
          <a:xfrm>
            <a:off x="1800" y="0"/>
            <a:ext cx="12188520" cy="6856200"/>
          </a:xfrm>
          <a:prstGeom prst="rect">
            <a:avLst/>
          </a:prstGeom>
          <a:solidFill>
            <a:srgbClr val="f2f2f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 defTabSz="914400">
              <a:lnSpc>
                <a:spcPct val="100000"/>
              </a:lnSpc>
            </a:pPr>
            <a:endParaRPr b="0" lang="en-US" sz="12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341" name="Title"/>
          <p:cNvSpPr/>
          <p:nvPr/>
        </p:nvSpPr>
        <p:spPr>
          <a:xfrm>
            <a:off x="650160" y="1187280"/>
            <a:ext cx="10017000" cy="432720"/>
          </a:xfrm>
          <a:prstGeom prst="rect">
            <a:avLst/>
          </a:prstGeom>
          <a:noFill/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1" lang="zh-CN" sz="2250" spc="-1" strike="noStrike">
                <a:solidFill>
                  <a:srgbClr val="0078bd"/>
                </a:solidFill>
                <a:latin typeface="Microsoft YaHei"/>
                <a:ea typeface="Microsoft YaHei"/>
              </a:rPr>
              <a:t>网络与 </a:t>
            </a:r>
            <a:r>
              <a:rPr b="1" lang="en-US" sz="2250" spc="-1" strike="noStrike">
                <a:solidFill>
                  <a:srgbClr val="0078bd"/>
                </a:solidFill>
                <a:latin typeface="Microsoft YaHei"/>
                <a:ea typeface="Microsoft YaHei"/>
              </a:rPr>
              <a:t>Socket</a:t>
            </a:r>
            <a:endParaRPr b="0" lang="en-US" sz="2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2" name="Body"/>
          <p:cNvSpPr/>
          <p:nvPr/>
        </p:nvSpPr>
        <p:spPr>
          <a:xfrm>
            <a:off x="1136520" y="1938600"/>
            <a:ext cx="4615200" cy="3540600"/>
          </a:xfrm>
          <a:prstGeom prst="roundRect">
            <a:avLst>
              <a:gd name="adj" fmla="val 16667"/>
            </a:avLst>
          </a:prstGeom>
          <a:noFill/>
          <a:ln w="12700">
            <a:solidFill>
              <a:srgbClr val="4472c4"/>
            </a:solidFill>
            <a:prstDash val="dash"/>
            <a:miter/>
          </a:ln>
        </p:spPr>
        <p:style>
          <a:lnRef idx="0">
            <a:schemeClr val="accent1"/>
          </a:lnRef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zh-CN" sz="1850" spc="-1" strike="noStrike">
                <a:solidFill>
                  <a:schemeClr val="dk1"/>
                </a:solidFill>
                <a:latin typeface="Microsoft YaHei"/>
                <a:ea typeface="Microsoft YaHei"/>
              </a:rPr>
              <a:t>核心思路</a:t>
            </a:r>
            <a:endParaRPr b="0" lang="en-US" sz="185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zh-CN" sz="1850" spc="-1" strike="noStrike">
                <a:solidFill>
                  <a:schemeClr val="dk1"/>
                </a:solidFill>
                <a:latin typeface="Microsoft YaHei"/>
                <a:ea typeface="Microsoft YaHei"/>
              </a:rPr>
              <a:t>底层复用 </a:t>
            </a:r>
            <a:r>
              <a:rPr b="0" lang="en-US" sz="1850" spc="-1" strike="noStrike">
                <a:solidFill>
                  <a:schemeClr val="dk1"/>
                </a:solidFill>
                <a:latin typeface="Microsoft YaHei"/>
                <a:ea typeface="Microsoft YaHei"/>
              </a:rPr>
              <a:t>axnet / smoltcp</a:t>
            </a:r>
            <a:endParaRPr b="0" lang="en-US" sz="185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zh-CN" sz="1850" spc="-1" strike="noStrike">
                <a:solidFill>
                  <a:schemeClr val="dk1"/>
                </a:solidFill>
                <a:latin typeface="Microsoft YaHei"/>
                <a:ea typeface="Microsoft YaHei"/>
              </a:rPr>
              <a:t>上层实现 </a:t>
            </a:r>
            <a:r>
              <a:rPr b="0" lang="en-US" sz="1850" spc="-1" strike="noStrike">
                <a:solidFill>
                  <a:schemeClr val="dk1"/>
                </a:solidFill>
                <a:latin typeface="Microsoft YaHei"/>
                <a:ea typeface="Microsoft YaHei"/>
              </a:rPr>
              <a:t>Linux socket ABI</a:t>
            </a:r>
            <a:endParaRPr b="0" lang="en-US" sz="185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1850" spc="-1" strike="noStrike">
                <a:solidFill>
                  <a:schemeClr val="dk1"/>
                </a:solidFill>
                <a:latin typeface="Microsoft YaHei"/>
                <a:ea typeface="Microsoft YaHei"/>
              </a:rPr>
              <a:t>socket </a:t>
            </a:r>
            <a:r>
              <a:rPr b="0" lang="zh-CN" sz="1850" spc="-1" strike="noStrike">
                <a:solidFill>
                  <a:schemeClr val="dk1"/>
                </a:solidFill>
                <a:latin typeface="Microsoft YaHei"/>
                <a:ea typeface="Microsoft YaHei"/>
              </a:rPr>
              <a:t>也纳入 </a:t>
            </a:r>
            <a:r>
              <a:rPr b="0" lang="en-US" sz="1850" spc="-1" strike="noStrike">
                <a:solidFill>
                  <a:schemeClr val="dk1"/>
                </a:solidFill>
                <a:latin typeface="Microsoft YaHei"/>
                <a:ea typeface="Microsoft YaHei"/>
              </a:rPr>
              <a:t>ProcessFdTable</a:t>
            </a:r>
            <a:endParaRPr b="0" lang="en-US" sz="18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zh-CN" sz="1850" spc="-1" strike="noStrike">
                <a:solidFill>
                  <a:schemeClr val="dk1"/>
                </a:solidFill>
                <a:latin typeface="Microsoft YaHei"/>
                <a:ea typeface="Microsoft YaHei"/>
              </a:rPr>
              <a:t>作用</a:t>
            </a:r>
            <a:endParaRPr b="0" lang="en-US" sz="185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1850" spc="-1" strike="noStrike">
                <a:solidFill>
                  <a:schemeClr val="dk1"/>
                </a:solidFill>
                <a:latin typeface="Microsoft YaHei"/>
                <a:ea typeface="Microsoft YaHei"/>
              </a:rPr>
              <a:t>socket </a:t>
            </a:r>
            <a:r>
              <a:rPr b="0" lang="zh-CN" sz="1850" spc="-1" strike="noStrike">
                <a:solidFill>
                  <a:schemeClr val="dk1"/>
                </a:solidFill>
                <a:latin typeface="Microsoft YaHei"/>
                <a:ea typeface="Microsoft YaHei"/>
              </a:rPr>
              <a:t>可以和文件、</a:t>
            </a:r>
            <a:r>
              <a:rPr b="0" lang="en-US" sz="1850" spc="-1" strike="noStrike">
                <a:solidFill>
                  <a:schemeClr val="dk1"/>
                </a:solidFill>
                <a:latin typeface="Microsoft YaHei"/>
                <a:ea typeface="Microsoft YaHei"/>
              </a:rPr>
              <a:t>pipe </a:t>
            </a:r>
            <a:r>
              <a:rPr b="0" lang="zh-CN" sz="1850" spc="-1" strike="noStrike">
                <a:solidFill>
                  <a:schemeClr val="dk1"/>
                </a:solidFill>
                <a:latin typeface="Microsoft YaHei"/>
                <a:ea typeface="Microsoft YaHei"/>
              </a:rPr>
              <a:t>一起参与 </a:t>
            </a:r>
            <a:r>
              <a:rPr b="0" lang="en-US" sz="1850" spc="-1" strike="noStrike">
                <a:solidFill>
                  <a:schemeClr val="dk1"/>
                </a:solidFill>
                <a:latin typeface="Microsoft YaHei"/>
                <a:ea typeface="Microsoft YaHei"/>
              </a:rPr>
              <a:t>poll / epoll / select</a:t>
            </a:r>
            <a:endParaRPr b="0" lang="en-US" sz="185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zh-CN" sz="1850" spc="-1" strike="noStrike">
                <a:solidFill>
                  <a:schemeClr val="dk1"/>
                </a:solidFill>
                <a:latin typeface="Microsoft YaHei"/>
                <a:ea typeface="Microsoft YaHei"/>
              </a:rPr>
              <a:t>网络 </a:t>
            </a:r>
            <a:r>
              <a:rPr b="0" lang="en-US" sz="1850" spc="-1" strike="noStrike">
                <a:solidFill>
                  <a:schemeClr val="dk1"/>
                </a:solidFill>
                <a:latin typeface="Microsoft YaHei"/>
                <a:ea typeface="Microsoft YaHei"/>
              </a:rPr>
              <a:t>syscall </a:t>
            </a:r>
            <a:r>
              <a:rPr b="0" lang="zh-CN" sz="1850" spc="-1" strike="noStrike">
                <a:solidFill>
                  <a:schemeClr val="dk1"/>
                </a:solidFill>
                <a:latin typeface="Microsoft YaHei"/>
                <a:ea typeface="Microsoft YaHei"/>
              </a:rPr>
              <a:t>只负责 </a:t>
            </a:r>
            <a:r>
              <a:rPr b="0" lang="en-US" sz="1850" spc="-1" strike="noStrike">
                <a:solidFill>
                  <a:schemeClr val="dk1"/>
                </a:solidFill>
                <a:latin typeface="Microsoft YaHei"/>
                <a:ea typeface="Microsoft YaHei"/>
              </a:rPr>
              <a:t>Linux </a:t>
            </a:r>
            <a:r>
              <a:rPr b="0" lang="zh-CN" sz="1850" spc="-1" strike="noStrike">
                <a:solidFill>
                  <a:schemeClr val="dk1"/>
                </a:solidFill>
                <a:latin typeface="Microsoft YaHei"/>
                <a:ea typeface="Microsoft YaHei"/>
              </a:rPr>
              <a:t>语义翻译</a:t>
            </a:r>
            <a:endParaRPr b="0" lang="en-US" sz="185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1850" spc="-1" strike="noStrike">
                <a:solidFill>
                  <a:schemeClr val="dk1"/>
                </a:solidFill>
                <a:latin typeface="Microsoft YaHei"/>
                <a:ea typeface="Microsoft YaHei"/>
              </a:rPr>
              <a:t>TCP / UDP / </a:t>
            </a:r>
            <a:r>
              <a:rPr b="0" lang="zh-CN" sz="1850" spc="-1" strike="noStrike">
                <a:solidFill>
                  <a:schemeClr val="dk1"/>
                </a:solidFill>
                <a:latin typeface="Microsoft YaHei"/>
                <a:ea typeface="Microsoft YaHei"/>
              </a:rPr>
              <a:t>本地 </a:t>
            </a:r>
            <a:r>
              <a:rPr b="0" lang="en-US" sz="1850" spc="-1" strike="noStrike">
                <a:solidFill>
                  <a:schemeClr val="dk1"/>
                </a:solidFill>
                <a:latin typeface="Microsoft YaHei"/>
                <a:ea typeface="Microsoft YaHei"/>
              </a:rPr>
              <a:t>socket </a:t>
            </a:r>
            <a:r>
              <a:rPr b="0" lang="zh-CN" sz="1850" spc="-1" strike="noStrike">
                <a:solidFill>
                  <a:schemeClr val="dk1"/>
                </a:solidFill>
                <a:latin typeface="Microsoft YaHei"/>
                <a:ea typeface="Microsoft YaHei"/>
              </a:rPr>
              <a:t>接入统一的用户态运行环境</a:t>
            </a:r>
            <a:endParaRPr b="0" lang="en-US" sz="185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343" name="orays-07-network.png" descr=""/>
          <p:cNvPicPr/>
          <p:nvPr/>
        </p:nvPicPr>
        <p:blipFill>
          <a:blip r:embed="rId1"/>
          <a:stretch/>
        </p:blipFill>
        <p:spPr>
          <a:xfrm>
            <a:off x="6193080" y="1607400"/>
            <a:ext cx="4812120" cy="4361400"/>
          </a:xfrm>
          <a:prstGeom prst="rect">
            <a:avLst/>
          </a:prstGeom>
          <a:ln w="0">
            <a:noFill/>
          </a:ln>
        </p:spPr>
      </p:pic>
      <p:sp>
        <p:nvSpPr>
          <p:cNvPr id="344" name="Caption"/>
          <p:cNvSpPr/>
          <p:nvPr/>
        </p:nvSpPr>
        <p:spPr>
          <a:xfrm>
            <a:off x="6447600" y="6120000"/>
            <a:ext cx="4892040" cy="223560"/>
          </a:xfrm>
          <a:prstGeom prst="rect">
            <a:avLst/>
          </a:prstGeom>
          <a:noFill/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880" spc="-1" strike="noStrike">
                <a:solidFill>
                  <a:schemeClr val="dk1"/>
                </a:solidFill>
                <a:latin typeface="Microsoft YaHei"/>
                <a:ea typeface="Microsoft YaHei"/>
              </a:rPr>
              <a:t>Linux socket syscall </a:t>
            </a:r>
            <a:r>
              <a:rPr b="0" lang="zh-CN" sz="880" spc="-1" strike="noStrike">
                <a:solidFill>
                  <a:schemeClr val="dk1"/>
                </a:solidFill>
                <a:latin typeface="Microsoft YaHei"/>
                <a:ea typeface="Microsoft YaHei"/>
              </a:rPr>
              <a:t>到 </a:t>
            </a:r>
            <a:r>
              <a:rPr b="0" lang="en-US" sz="880" spc="-1" strike="noStrike">
                <a:solidFill>
                  <a:schemeClr val="dk1"/>
                </a:solidFill>
                <a:latin typeface="Microsoft YaHei"/>
                <a:ea typeface="Microsoft YaHei"/>
              </a:rPr>
              <a:t>fd_socket.rs</a:t>
            </a:r>
            <a:r>
              <a:rPr b="0" lang="zh-CN" sz="880" spc="-1" strike="noStrike">
                <a:solidFill>
                  <a:schemeClr val="dk1"/>
                </a:solidFill>
                <a:latin typeface="Microsoft YaHei"/>
                <a:ea typeface="Microsoft YaHei"/>
              </a:rPr>
              <a:t>、</a:t>
            </a:r>
            <a:r>
              <a:rPr b="0" lang="en-US" sz="880" spc="-1" strike="noStrike">
                <a:solidFill>
                  <a:schemeClr val="dk1"/>
                </a:solidFill>
                <a:latin typeface="Microsoft YaHei"/>
                <a:ea typeface="Microsoft YaHei"/>
              </a:rPr>
              <a:t>axnet</a:t>
            </a:r>
            <a:r>
              <a:rPr b="0" lang="zh-CN" sz="880" spc="-1" strike="noStrike">
                <a:solidFill>
                  <a:schemeClr val="dk1"/>
                </a:solidFill>
                <a:latin typeface="Microsoft YaHei"/>
                <a:ea typeface="Microsoft YaHei"/>
              </a:rPr>
              <a:t>、</a:t>
            </a:r>
            <a:r>
              <a:rPr b="0" lang="en-US" sz="880" spc="-1" strike="noStrike">
                <a:solidFill>
                  <a:schemeClr val="dk1"/>
                </a:solidFill>
                <a:latin typeface="Microsoft YaHei"/>
                <a:ea typeface="Microsoft YaHei"/>
              </a:rPr>
              <a:t>smoltcp</a:t>
            </a:r>
            <a:r>
              <a:rPr b="0" lang="zh-CN" sz="880" spc="-1" strike="noStrike">
                <a:solidFill>
                  <a:schemeClr val="dk1"/>
                </a:solidFill>
                <a:latin typeface="Microsoft YaHei"/>
                <a:ea typeface="Microsoft YaHei"/>
              </a:rPr>
              <a:t>、</a:t>
            </a:r>
            <a:r>
              <a:rPr b="0" lang="en-US" sz="880" spc="-1" strike="noStrike">
                <a:solidFill>
                  <a:schemeClr val="dk1"/>
                </a:solidFill>
                <a:latin typeface="Microsoft YaHei"/>
                <a:ea typeface="Microsoft YaHei"/>
              </a:rPr>
              <a:t>VirtIO net </a:t>
            </a:r>
            <a:r>
              <a:rPr b="0" lang="zh-CN" sz="880" spc="-1" strike="noStrike">
                <a:solidFill>
                  <a:schemeClr val="dk1"/>
                </a:solidFill>
                <a:latin typeface="Microsoft YaHei"/>
                <a:ea typeface="Microsoft YaHei"/>
              </a:rPr>
              <a:t>的桥接路径</a:t>
            </a:r>
            <a:endParaRPr b="0" lang="en-US" sz="88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345" name="StarryXStyle-header-logo" descr=""/>
          <p:cNvPicPr/>
          <p:nvPr/>
        </p:nvPicPr>
        <p:blipFill>
          <a:blip r:embed="rId2"/>
          <a:stretch/>
        </p:blipFill>
        <p:spPr>
          <a:xfrm>
            <a:off x="150120" y="119880"/>
            <a:ext cx="2548080" cy="608040"/>
          </a:xfrm>
          <a:prstGeom prst="rect">
            <a:avLst/>
          </a:prstGeom>
          <a:ln w="0">
            <a:noFill/>
          </a:ln>
        </p:spPr>
      </p:pic>
      <p:sp>
        <p:nvSpPr>
          <p:cNvPr id="346" name="StarryXStyle-nav-active"/>
          <p:cNvSpPr/>
          <p:nvPr/>
        </p:nvSpPr>
        <p:spPr>
          <a:xfrm>
            <a:off x="9722880" y="0"/>
            <a:ext cx="1082880" cy="708120"/>
          </a:xfrm>
          <a:prstGeom prst="rect">
            <a:avLst/>
          </a:prstGeom>
          <a:solidFill>
            <a:srgbClr val="0078b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47" name="StarryXStyle-nav-1"/>
          <p:cNvSpPr/>
          <p:nvPr/>
        </p:nvSpPr>
        <p:spPr>
          <a:xfrm>
            <a:off x="4299840" y="245160"/>
            <a:ext cx="1082880" cy="25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ct val="100000"/>
              </a:lnSpc>
            </a:pPr>
            <a:r>
              <a:rPr b="0" lang="zh-CN" sz="980" spc="-1" strike="noStrike">
                <a:solidFill>
                  <a:srgbClr val="555555"/>
                </a:solidFill>
                <a:latin typeface="Microsoft YaHei"/>
                <a:ea typeface="Microsoft YaHei"/>
              </a:rPr>
              <a:t>项目概况</a:t>
            </a:r>
            <a:endParaRPr b="0" lang="en-US" sz="9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8" name="StarryXStyle-nav-2"/>
          <p:cNvSpPr/>
          <p:nvPr/>
        </p:nvSpPr>
        <p:spPr>
          <a:xfrm>
            <a:off x="5384520" y="245160"/>
            <a:ext cx="1082880" cy="25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ct val="100000"/>
              </a:lnSpc>
            </a:pPr>
            <a:r>
              <a:rPr b="0" lang="zh-CN" sz="980" spc="-1" strike="noStrike">
                <a:solidFill>
                  <a:srgbClr val="555555"/>
                </a:solidFill>
                <a:latin typeface="Microsoft YaHei"/>
                <a:ea typeface="Microsoft YaHei"/>
              </a:rPr>
              <a:t>成果展示</a:t>
            </a:r>
            <a:endParaRPr b="0" lang="en-US" sz="9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9" name="StarryXStyle-nav-3"/>
          <p:cNvSpPr/>
          <p:nvPr/>
        </p:nvSpPr>
        <p:spPr>
          <a:xfrm>
            <a:off x="6469200" y="245160"/>
            <a:ext cx="1082880" cy="25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ct val="100000"/>
              </a:lnSpc>
            </a:pPr>
            <a:r>
              <a:rPr b="0" lang="zh-CN" sz="980" spc="-1" strike="noStrike">
                <a:solidFill>
                  <a:srgbClr val="555555"/>
                </a:solidFill>
                <a:latin typeface="Microsoft YaHei"/>
                <a:ea typeface="Microsoft YaHei"/>
              </a:rPr>
              <a:t>架构兼容</a:t>
            </a:r>
            <a:endParaRPr b="0" lang="en-US" sz="9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0" name="StarryXStyle-nav-4"/>
          <p:cNvSpPr/>
          <p:nvPr/>
        </p:nvSpPr>
        <p:spPr>
          <a:xfrm>
            <a:off x="7553880" y="245160"/>
            <a:ext cx="1082880" cy="25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ct val="100000"/>
              </a:lnSpc>
            </a:pPr>
            <a:r>
              <a:rPr b="0" lang="zh-CN" sz="980" spc="-1" strike="noStrike">
                <a:solidFill>
                  <a:srgbClr val="555555"/>
                </a:solidFill>
                <a:latin typeface="Microsoft YaHei"/>
                <a:ea typeface="Microsoft YaHei"/>
              </a:rPr>
              <a:t>内存进程</a:t>
            </a:r>
            <a:endParaRPr b="0" lang="en-US" sz="9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1" name="StarryXStyle-nav-5"/>
          <p:cNvSpPr/>
          <p:nvPr/>
        </p:nvSpPr>
        <p:spPr>
          <a:xfrm>
            <a:off x="8638200" y="245160"/>
            <a:ext cx="1082880" cy="25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ct val="100000"/>
              </a:lnSpc>
            </a:pPr>
            <a:r>
              <a:rPr b="0" lang="zh-CN" sz="980" spc="-1" strike="noStrike">
                <a:solidFill>
                  <a:srgbClr val="555555"/>
                </a:solidFill>
                <a:latin typeface="Microsoft YaHei"/>
                <a:ea typeface="Microsoft YaHei"/>
              </a:rPr>
              <a:t>文件</a:t>
            </a:r>
            <a:r>
              <a:rPr b="0" lang="en-US" sz="980" spc="-1" strike="noStrike">
                <a:solidFill>
                  <a:srgbClr val="555555"/>
                </a:solidFill>
                <a:latin typeface="Microsoft YaHei"/>
                <a:ea typeface="Microsoft YaHei"/>
              </a:rPr>
              <a:t>IPC</a:t>
            </a:r>
            <a:endParaRPr b="0" lang="en-US" sz="9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2" name="StarryXStyle-nav-6"/>
          <p:cNvSpPr/>
          <p:nvPr/>
        </p:nvSpPr>
        <p:spPr>
          <a:xfrm>
            <a:off x="9722880" y="190080"/>
            <a:ext cx="1082880" cy="25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980" spc="-1" strike="noStrike">
                <a:solidFill>
                  <a:srgbClr val="ffffff"/>
                </a:solidFill>
                <a:latin typeface="Microsoft YaHei"/>
                <a:ea typeface="Microsoft YaHei"/>
              </a:rPr>
              <a:t>网络多架构</a:t>
            </a:r>
            <a:endParaRPr b="0" lang="en-US" sz="9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3" name="StarryXStyle-nav-7"/>
          <p:cNvSpPr/>
          <p:nvPr/>
        </p:nvSpPr>
        <p:spPr>
          <a:xfrm>
            <a:off x="10807560" y="245160"/>
            <a:ext cx="1082880" cy="25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ct val="100000"/>
              </a:lnSpc>
            </a:pPr>
            <a:r>
              <a:rPr b="0" lang="zh-CN" sz="980" spc="-1" strike="noStrike">
                <a:solidFill>
                  <a:srgbClr val="555555"/>
                </a:solidFill>
                <a:latin typeface="Microsoft YaHei"/>
                <a:ea typeface="Microsoft YaHei"/>
              </a:rPr>
              <a:t>总结展望</a:t>
            </a:r>
            <a:endParaRPr b="0" lang="en-US" sz="9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4" name="StarryXStyle-title-marker"/>
          <p:cNvSpPr/>
          <p:nvPr/>
        </p:nvSpPr>
        <p:spPr>
          <a:xfrm>
            <a:off x="529920" y="1239840"/>
            <a:ext cx="1681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ct val="100000"/>
              </a:lnSpc>
            </a:pPr>
            <a:r>
              <a:rPr b="1" lang="en-US" sz="1350" spc="-1" strike="noStrike">
                <a:solidFill>
                  <a:srgbClr val="111111"/>
                </a:solidFill>
                <a:latin typeface="Microsoft YaHei"/>
                <a:ea typeface="Microsoft YaHei"/>
              </a:rPr>
              <a:t>&gt;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rect 52"/>
          <p:cNvSpPr/>
          <p:nvPr/>
        </p:nvSpPr>
        <p:spPr>
          <a:xfrm>
            <a:off x="1800" y="0"/>
            <a:ext cx="12188520" cy="6856200"/>
          </a:xfrm>
          <a:prstGeom prst="rect">
            <a:avLst/>
          </a:prstGeom>
          <a:solidFill>
            <a:srgbClr val="f2f2f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 defTabSz="914400">
              <a:lnSpc>
                <a:spcPct val="100000"/>
              </a:lnSpc>
            </a:pPr>
            <a:endParaRPr b="0" lang="en-US" sz="12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356" name="Title"/>
          <p:cNvSpPr/>
          <p:nvPr/>
        </p:nvSpPr>
        <p:spPr>
          <a:xfrm>
            <a:off x="650160" y="1187280"/>
            <a:ext cx="10017000" cy="432720"/>
          </a:xfrm>
          <a:prstGeom prst="rect">
            <a:avLst/>
          </a:prstGeom>
          <a:noFill/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1" lang="zh-CN" sz="2250" spc="-1" strike="noStrike">
                <a:solidFill>
                  <a:srgbClr val="0078bd"/>
                </a:solidFill>
                <a:latin typeface="Microsoft YaHei"/>
                <a:ea typeface="Microsoft YaHei"/>
              </a:rPr>
              <a:t>多架构支持：</a:t>
            </a:r>
            <a:r>
              <a:rPr b="1" lang="en-US" sz="2250" spc="-1" strike="noStrike">
                <a:solidFill>
                  <a:srgbClr val="0078bd"/>
                </a:solidFill>
                <a:latin typeface="Microsoft YaHei"/>
                <a:ea typeface="Microsoft YaHei"/>
              </a:rPr>
              <a:t>RV64 </a:t>
            </a:r>
            <a:r>
              <a:rPr b="1" lang="zh-CN" sz="2250" spc="-1" strike="noStrike">
                <a:solidFill>
                  <a:srgbClr val="0078bd"/>
                </a:solidFill>
                <a:latin typeface="Microsoft YaHei"/>
                <a:ea typeface="Microsoft YaHei"/>
              </a:rPr>
              <a:t>与 </a:t>
            </a:r>
            <a:r>
              <a:rPr b="1" lang="en-US" sz="2250" spc="-1" strike="noStrike">
                <a:solidFill>
                  <a:srgbClr val="0078bd"/>
                </a:solidFill>
                <a:latin typeface="Microsoft YaHei"/>
                <a:ea typeface="Microsoft YaHei"/>
              </a:rPr>
              <a:t>LA64</a:t>
            </a:r>
            <a:endParaRPr b="0" lang="en-US" sz="2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7" name="Body"/>
          <p:cNvSpPr/>
          <p:nvPr/>
        </p:nvSpPr>
        <p:spPr>
          <a:xfrm>
            <a:off x="1136520" y="1938600"/>
            <a:ext cx="4615200" cy="3853080"/>
          </a:xfrm>
          <a:prstGeom prst="roundRect">
            <a:avLst>
              <a:gd name="adj" fmla="val 16667"/>
            </a:avLst>
          </a:prstGeom>
          <a:noFill/>
          <a:ln w="12700">
            <a:solidFill>
              <a:srgbClr val="4472c4"/>
            </a:solidFill>
            <a:prstDash val="dash"/>
            <a:miter/>
          </a:ln>
        </p:spPr>
        <p:style>
          <a:lnRef idx="0">
            <a:schemeClr val="accent1"/>
          </a:lnRef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343080" indent="-34308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en-US" sz="1850" spc="-1" strike="noStrike">
                <a:solidFill>
                  <a:schemeClr val="dk1"/>
                </a:solidFill>
                <a:latin typeface="Microsoft YaHei"/>
                <a:ea typeface="Microsoft YaHei"/>
              </a:rPr>
              <a:t>RISC-V64</a:t>
            </a:r>
            <a:r>
              <a:rPr b="0" lang="zh-CN" sz="1850" spc="-1" strike="noStrike">
                <a:solidFill>
                  <a:schemeClr val="dk1"/>
                </a:solidFill>
                <a:latin typeface="Microsoft YaHei"/>
                <a:ea typeface="Microsoft YaHei"/>
              </a:rPr>
              <a:t>：</a:t>
            </a:r>
            <a:r>
              <a:rPr b="0" lang="en-US" sz="1850" spc="-1" strike="noStrike">
                <a:solidFill>
                  <a:schemeClr val="dk1"/>
                </a:solidFill>
                <a:latin typeface="Microsoft YaHei"/>
                <a:ea typeface="Microsoft YaHei"/>
              </a:rPr>
              <a:t>QEMU virt</a:t>
            </a:r>
            <a:r>
              <a:rPr b="0" lang="zh-CN" sz="1850" spc="-1" strike="noStrike">
                <a:solidFill>
                  <a:schemeClr val="dk1"/>
                </a:solidFill>
                <a:latin typeface="Microsoft YaHei"/>
                <a:ea typeface="Microsoft YaHei"/>
              </a:rPr>
              <a:t>、</a:t>
            </a:r>
            <a:r>
              <a:rPr b="0" lang="en-US" sz="1850" spc="-1" strike="noStrike">
                <a:solidFill>
                  <a:schemeClr val="dk1"/>
                </a:solidFill>
                <a:latin typeface="Microsoft YaHei"/>
                <a:ea typeface="Microsoft YaHei"/>
              </a:rPr>
              <a:t>MMIO </a:t>
            </a:r>
            <a:r>
              <a:rPr b="0" lang="zh-CN" sz="1850" spc="-1" strike="noStrike">
                <a:solidFill>
                  <a:schemeClr val="dk1"/>
                </a:solidFill>
                <a:latin typeface="Microsoft YaHei"/>
                <a:ea typeface="Microsoft YaHei"/>
              </a:rPr>
              <a:t>总线、</a:t>
            </a:r>
            <a:r>
              <a:rPr b="0" lang="en-US" sz="1850" spc="-1" strike="noStrike">
                <a:solidFill>
                  <a:schemeClr val="dk1"/>
                </a:solidFill>
                <a:latin typeface="Microsoft YaHei"/>
                <a:ea typeface="Microsoft YaHei"/>
              </a:rPr>
              <a:t>VirtIO </a:t>
            </a:r>
            <a:r>
              <a:rPr b="0" lang="zh-CN" sz="1850" spc="-1" strike="noStrike">
                <a:solidFill>
                  <a:schemeClr val="dk1"/>
                </a:solidFill>
                <a:latin typeface="Microsoft YaHei"/>
                <a:ea typeface="Microsoft YaHei"/>
              </a:rPr>
              <a:t>设备</a:t>
            </a:r>
            <a:endParaRPr b="0" lang="en-US" sz="185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en-US" sz="1850" spc="-1" strike="noStrike">
                <a:solidFill>
                  <a:schemeClr val="dk1"/>
                </a:solidFill>
                <a:latin typeface="Microsoft YaHei"/>
                <a:ea typeface="Microsoft YaHei"/>
              </a:rPr>
              <a:t>LoongArch64</a:t>
            </a:r>
            <a:r>
              <a:rPr b="0" lang="zh-CN" sz="1850" spc="-1" strike="noStrike">
                <a:solidFill>
                  <a:schemeClr val="dk1"/>
                </a:solidFill>
                <a:latin typeface="Microsoft YaHei"/>
                <a:ea typeface="Microsoft YaHei"/>
              </a:rPr>
              <a:t>：</a:t>
            </a:r>
            <a:r>
              <a:rPr b="0" lang="en-US" sz="1850" spc="-1" strike="noStrike">
                <a:solidFill>
                  <a:schemeClr val="dk1"/>
                </a:solidFill>
                <a:latin typeface="Microsoft YaHei"/>
                <a:ea typeface="Microsoft YaHei"/>
              </a:rPr>
              <a:t>QEMU virt</a:t>
            </a:r>
            <a:r>
              <a:rPr b="0" lang="zh-CN" sz="1850" spc="-1" strike="noStrike">
                <a:solidFill>
                  <a:schemeClr val="dk1"/>
                </a:solidFill>
                <a:latin typeface="Microsoft YaHei"/>
                <a:ea typeface="Microsoft YaHei"/>
              </a:rPr>
              <a:t>、</a:t>
            </a:r>
            <a:r>
              <a:rPr b="0" lang="en-US" sz="1850" spc="-1" strike="noStrike">
                <a:solidFill>
                  <a:schemeClr val="dk1"/>
                </a:solidFill>
                <a:latin typeface="Microsoft YaHei"/>
                <a:ea typeface="Microsoft YaHei"/>
              </a:rPr>
              <a:t>PCI </a:t>
            </a:r>
            <a:r>
              <a:rPr b="0" lang="zh-CN" sz="1850" spc="-1" strike="noStrike">
                <a:solidFill>
                  <a:schemeClr val="dk1"/>
                </a:solidFill>
                <a:latin typeface="Microsoft YaHei"/>
                <a:ea typeface="Microsoft YaHei"/>
              </a:rPr>
              <a:t>总线、</a:t>
            </a:r>
            <a:r>
              <a:rPr b="0" lang="en-US" sz="1850" spc="-1" strike="noStrike">
                <a:solidFill>
                  <a:schemeClr val="dk1"/>
                </a:solidFill>
                <a:latin typeface="Microsoft YaHei"/>
                <a:ea typeface="Microsoft YaHei"/>
              </a:rPr>
              <a:t>VirtIO </a:t>
            </a:r>
            <a:r>
              <a:rPr b="0" lang="zh-CN" sz="1850" spc="-1" strike="noStrike">
                <a:solidFill>
                  <a:schemeClr val="dk1"/>
                </a:solidFill>
                <a:latin typeface="Microsoft YaHei"/>
                <a:ea typeface="Microsoft YaHei"/>
              </a:rPr>
              <a:t>设备</a:t>
            </a:r>
            <a:endParaRPr b="0" lang="en-US" sz="18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b="0" lang="en-US" sz="185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zh-CN" sz="1850" spc="-1" strike="noStrike">
                <a:solidFill>
                  <a:schemeClr val="dk1"/>
                </a:solidFill>
                <a:latin typeface="Microsoft YaHei"/>
                <a:ea typeface="Microsoft YaHei"/>
              </a:rPr>
              <a:t>两套架构不同的是启动、总线、页表和链接配置。不应该重复实现两套 </a:t>
            </a:r>
            <a:r>
              <a:rPr b="0" lang="en-US" sz="1850" spc="-1" strike="noStrike">
                <a:solidFill>
                  <a:schemeClr val="dk1"/>
                </a:solidFill>
                <a:latin typeface="Microsoft YaHei"/>
                <a:ea typeface="Microsoft YaHei"/>
              </a:rPr>
              <a:t>Linux syscall</a:t>
            </a:r>
            <a:r>
              <a:rPr b="0" lang="zh-CN" sz="1850" spc="-1" strike="noStrike">
                <a:solidFill>
                  <a:schemeClr val="dk1"/>
                </a:solidFill>
                <a:latin typeface="Microsoft YaHei"/>
                <a:ea typeface="Microsoft YaHei"/>
              </a:rPr>
              <a:t>。平台差异集中在 </a:t>
            </a:r>
            <a:r>
              <a:rPr b="0" lang="en-US" sz="1850" spc="-1" strike="noStrike">
                <a:solidFill>
                  <a:schemeClr val="dk1"/>
                </a:solidFill>
                <a:latin typeface="Microsoft YaHei"/>
                <a:ea typeface="Microsoft YaHei"/>
              </a:rPr>
              <a:t>axhal / axplat / axcpu / axconfig</a:t>
            </a:r>
            <a:r>
              <a:rPr b="0" lang="zh-CN" sz="1850" spc="-1" strike="noStrike">
                <a:solidFill>
                  <a:schemeClr val="dk1"/>
                </a:solidFill>
                <a:latin typeface="Microsoft YaHei"/>
                <a:ea typeface="Microsoft YaHei"/>
              </a:rPr>
              <a:t>。上层 </a:t>
            </a:r>
            <a:r>
              <a:rPr b="0" lang="en-US" sz="1850" spc="-1" strike="noStrike">
                <a:solidFill>
                  <a:schemeClr val="dk1"/>
                </a:solidFill>
                <a:latin typeface="Microsoft YaHei"/>
                <a:ea typeface="Microsoft YaHei"/>
              </a:rPr>
              <a:t>syscall</a:t>
            </a:r>
            <a:r>
              <a:rPr b="0" lang="zh-CN" sz="1850" spc="-1" strike="noStrike">
                <a:solidFill>
                  <a:schemeClr val="dk1"/>
                </a:solidFill>
                <a:latin typeface="Microsoft YaHei"/>
                <a:ea typeface="Microsoft YaHei"/>
              </a:rPr>
              <a:t>、进程、</a:t>
            </a:r>
            <a:r>
              <a:rPr b="0" lang="en-US" sz="1850" spc="-1" strike="noStrike">
                <a:solidFill>
                  <a:schemeClr val="dk1"/>
                </a:solidFill>
                <a:latin typeface="Microsoft YaHei"/>
                <a:ea typeface="Microsoft YaHei"/>
              </a:rPr>
              <a:t>FD</a:t>
            </a:r>
            <a:r>
              <a:rPr b="0" lang="zh-CN" sz="1850" spc="-1" strike="noStrike">
                <a:solidFill>
                  <a:schemeClr val="dk1"/>
                </a:solidFill>
                <a:latin typeface="Microsoft YaHei"/>
                <a:ea typeface="Microsoft YaHei"/>
              </a:rPr>
              <a:t>、</a:t>
            </a:r>
            <a:r>
              <a:rPr b="0" lang="en-US" sz="1850" spc="-1" strike="noStrike">
                <a:solidFill>
                  <a:schemeClr val="dk1"/>
                </a:solidFill>
                <a:latin typeface="Microsoft YaHei"/>
                <a:ea typeface="Microsoft YaHei"/>
              </a:rPr>
              <a:t>mmap</a:t>
            </a:r>
            <a:r>
              <a:rPr b="0" lang="zh-CN" sz="1850" spc="-1" strike="noStrike">
                <a:solidFill>
                  <a:schemeClr val="dk1"/>
                </a:solidFill>
                <a:latin typeface="Microsoft YaHei"/>
                <a:ea typeface="Microsoft YaHei"/>
              </a:rPr>
              <a:t>、</a:t>
            </a:r>
            <a:r>
              <a:rPr b="0" lang="en-US" sz="1850" spc="-1" strike="noStrike">
                <a:solidFill>
                  <a:schemeClr val="dk1"/>
                </a:solidFill>
                <a:latin typeface="Microsoft YaHei"/>
                <a:ea typeface="Microsoft YaHei"/>
              </a:rPr>
              <a:t>IPC </a:t>
            </a:r>
            <a:r>
              <a:rPr b="0" lang="zh-CN" sz="1850" spc="-1" strike="noStrike">
                <a:solidFill>
                  <a:schemeClr val="dk1"/>
                </a:solidFill>
                <a:latin typeface="Microsoft YaHei"/>
                <a:ea typeface="Microsoft YaHei"/>
              </a:rPr>
              <a:t>尽量共用。这样可以降低双架构维护成本</a:t>
            </a:r>
            <a:endParaRPr b="0" lang="en-US" sz="185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358" name="orays-08-hal-driver.png" descr=""/>
          <p:cNvPicPr/>
          <p:nvPr/>
        </p:nvPicPr>
        <p:blipFill>
          <a:blip r:embed="rId1"/>
          <a:stretch/>
        </p:blipFill>
        <p:spPr>
          <a:xfrm>
            <a:off x="6139440" y="1721160"/>
            <a:ext cx="4865400" cy="4352400"/>
          </a:xfrm>
          <a:prstGeom prst="rect">
            <a:avLst/>
          </a:prstGeom>
          <a:ln w="0">
            <a:noFill/>
          </a:ln>
        </p:spPr>
      </p:pic>
      <p:sp>
        <p:nvSpPr>
          <p:cNvPr id="359" name="Caption"/>
          <p:cNvSpPr/>
          <p:nvPr/>
        </p:nvSpPr>
        <p:spPr>
          <a:xfrm>
            <a:off x="6840000" y="6255720"/>
            <a:ext cx="6839640" cy="223560"/>
          </a:xfrm>
          <a:prstGeom prst="rect">
            <a:avLst/>
          </a:prstGeom>
          <a:noFill/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zh-CN" sz="880" spc="-1" strike="noStrike">
                <a:solidFill>
                  <a:schemeClr val="dk1"/>
                </a:solidFill>
                <a:latin typeface="Microsoft YaHei"/>
                <a:ea typeface="Microsoft YaHei"/>
              </a:rPr>
              <a:t>内核模块调用 </a:t>
            </a:r>
            <a:r>
              <a:rPr b="0" lang="en-US" sz="880" spc="-1" strike="noStrike">
                <a:solidFill>
                  <a:schemeClr val="dk1"/>
                </a:solidFill>
                <a:latin typeface="Microsoft YaHei"/>
                <a:ea typeface="Microsoft YaHei"/>
              </a:rPr>
              <a:t>axhal</a:t>
            </a:r>
            <a:r>
              <a:rPr b="0" lang="zh-CN" sz="880" spc="-1" strike="noStrike">
                <a:solidFill>
                  <a:schemeClr val="dk1"/>
                </a:solidFill>
                <a:latin typeface="Microsoft YaHei"/>
                <a:ea typeface="Microsoft YaHei"/>
              </a:rPr>
              <a:t>，再进入 </a:t>
            </a:r>
            <a:r>
              <a:rPr b="0" lang="en-US" sz="880" spc="-1" strike="noStrike">
                <a:solidFill>
                  <a:schemeClr val="dk1"/>
                </a:solidFill>
                <a:latin typeface="Microsoft YaHei"/>
                <a:ea typeface="Microsoft YaHei"/>
              </a:rPr>
              <a:t>axcpu</a:t>
            </a:r>
            <a:r>
              <a:rPr b="0" lang="zh-CN" sz="880" spc="-1" strike="noStrike">
                <a:solidFill>
                  <a:schemeClr val="dk1"/>
                </a:solidFill>
                <a:latin typeface="Microsoft YaHei"/>
                <a:ea typeface="Microsoft YaHei"/>
              </a:rPr>
              <a:t>、</a:t>
            </a:r>
            <a:r>
              <a:rPr b="0" lang="en-US" sz="880" spc="-1" strike="noStrike">
                <a:solidFill>
                  <a:schemeClr val="dk1"/>
                </a:solidFill>
                <a:latin typeface="Microsoft YaHei"/>
                <a:ea typeface="Microsoft YaHei"/>
              </a:rPr>
              <a:t>axplat</a:t>
            </a:r>
            <a:r>
              <a:rPr b="0" lang="zh-CN" sz="880" spc="-1" strike="noStrike">
                <a:solidFill>
                  <a:schemeClr val="dk1"/>
                </a:solidFill>
                <a:latin typeface="Microsoft YaHei"/>
                <a:ea typeface="Microsoft YaHei"/>
              </a:rPr>
              <a:t>、总线与驱动探测</a:t>
            </a:r>
            <a:endParaRPr b="0" lang="en-US" sz="88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360" name="StarryXStyle-header-logo" descr=""/>
          <p:cNvPicPr/>
          <p:nvPr/>
        </p:nvPicPr>
        <p:blipFill>
          <a:blip r:embed="rId2"/>
          <a:stretch/>
        </p:blipFill>
        <p:spPr>
          <a:xfrm>
            <a:off x="150120" y="119880"/>
            <a:ext cx="2548080" cy="608040"/>
          </a:xfrm>
          <a:prstGeom prst="rect">
            <a:avLst/>
          </a:prstGeom>
          <a:ln w="0">
            <a:noFill/>
          </a:ln>
        </p:spPr>
      </p:pic>
      <p:sp>
        <p:nvSpPr>
          <p:cNvPr id="361" name="StarryXStyle-nav-active"/>
          <p:cNvSpPr/>
          <p:nvPr/>
        </p:nvSpPr>
        <p:spPr>
          <a:xfrm>
            <a:off x="9722880" y="0"/>
            <a:ext cx="1082880" cy="708120"/>
          </a:xfrm>
          <a:prstGeom prst="rect">
            <a:avLst/>
          </a:prstGeom>
          <a:solidFill>
            <a:srgbClr val="0078b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62" name="StarryXStyle-nav-1"/>
          <p:cNvSpPr/>
          <p:nvPr/>
        </p:nvSpPr>
        <p:spPr>
          <a:xfrm>
            <a:off x="4299840" y="245160"/>
            <a:ext cx="1082880" cy="25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ct val="100000"/>
              </a:lnSpc>
            </a:pPr>
            <a:r>
              <a:rPr b="0" lang="zh-CN" sz="980" spc="-1" strike="noStrike">
                <a:solidFill>
                  <a:srgbClr val="555555"/>
                </a:solidFill>
                <a:latin typeface="Microsoft YaHei"/>
                <a:ea typeface="Microsoft YaHei"/>
              </a:rPr>
              <a:t>项目概况</a:t>
            </a:r>
            <a:endParaRPr b="0" lang="en-US" sz="9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3" name="StarryXStyle-nav-2"/>
          <p:cNvSpPr/>
          <p:nvPr/>
        </p:nvSpPr>
        <p:spPr>
          <a:xfrm>
            <a:off x="5384520" y="245160"/>
            <a:ext cx="1082880" cy="25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ct val="100000"/>
              </a:lnSpc>
            </a:pPr>
            <a:r>
              <a:rPr b="0" lang="zh-CN" sz="980" spc="-1" strike="noStrike">
                <a:solidFill>
                  <a:srgbClr val="555555"/>
                </a:solidFill>
                <a:latin typeface="Microsoft YaHei"/>
                <a:ea typeface="Microsoft YaHei"/>
              </a:rPr>
              <a:t>成果展示</a:t>
            </a:r>
            <a:endParaRPr b="0" lang="en-US" sz="9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4" name="StarryXStyle-nav-3"/>
          <p:cNvSpPr/>
          <p:nvPr/>
        </p:nvSpPr>
        <p:spPr>
          <a:xfrm>
            <a:off x="6469200" y="245160"/>
            <a:ext cx="1082880" cy="25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ct val="100000"/>
              </a:lnSpc>
            </a:pPr>
            <a:r>
              <a:rPr b="0" lang="zh-CN" sz="980" spc="-1" strike="noStrike">
                <a:solidFill>
                  <a:srgbClr val="555555"/>
                </a:solidFill>
                <a:latin typeface="Microsoft YaHei"/>
                <a:ea typeface="Microsoft YaHei"/>
              </a:rPr>
              <a:t>架构兼容</a:t>
            </a:r>
            <a:endParaRPr b="0" lang="en-US" sz="9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5" name="StarryXStyle-nav-4"/>
          <p:cNvSpPr/>
          <p:nvPr/>
        </p:nvSpPr>
        <p:spPr>
          <a:xfrm>
            <a:off x="7553880" y="245160"/>
            <a:ext cx="1082880" cy="25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ct val="100000"/>
              </a:lnSpc>
            </a:pPr>
            <a:r>
              <a:rPr b="0" lang="zh-CN" sz="980" spc="-1" strike="noStrike">
                <a:solidFill>
                  <a:srgbClr val="555555"/>
                </a:solidFill>
                <a:latin typeface="Microsoft YaHei"/>
                <a:ea typeface="Microsoft YaHei"/>
              </a:rPr>
              <a:t>内存进程</a:t>
            </a:r>
            <a:endParaRPr b="0" lang="en-US" sz="9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6" name="StarryXStyle-nav-5"/>
          <p:cNvSpPr/>
          <p:nvPr/>
        </p:nvSpPr>
        <p:spPr>
          <a:xfrm>
            <a:off x="8638200" y="245160"/>
            <a:ext cx="1082880" cy="25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ct val="100000"/>
              </a:lnSpc>
            </a:pPr>
            <a:r>
              <a:rPr b="0" lang="zh-CN" sz="980" spc="-1" strike="noStrike">
                <a:solidFill>
                  <a:srgbClr val="555555"/>
                </a:solidFill>
                <a:latin typeface="Microsoft YaHei"/>
                <a:ea typeface="Microsoft YaHei"/>
              </a:rPr>
              <a:t>文件</a:t>
            </a:r>
            <a:r>
              <a:rPr b="0" lang="en-US" sz="980" spc="-1" strike="noStrike">
                <a:solidFill>
                  <a:srgbClr val="555555"/>
                </a:solidFill>
                <a:latin typeface="Microsoft YaHei"/>
                <a:ea typeface="Microsoft YaHei"/>
              </a:rPr>
              <a:t>IPC</a:t>
            </a:r>
            <a:endParaRPr b="0" lang="en-US" sz="9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7" name="StarryXStyle-nav-6"/>
          <p:cNvSpPr/>
          <p:nvPr/>
        </p:nvSpPr>
        <p:spPr>
          <a:xfrm>
            <a:off x="9722880" y="190080"/>
            <a:ext cx="1082880" cy="25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980" spc="-1" strike="noStrike">
                <a:solidFill>
                  <a:srgbClr val="ffffff"/>
                </a:solidFill>
                <a:latin typeface="Microsoft YaHei"/>
                <a:ea typeface="Microsoft YaHei"/>
              </a:rPr>
              <a:t>网络多架构</a:t>
            </a:r>
            <a:endParaRPr b="0" lang="en-US" sz="9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8" name="StarryXStyle-nav-7"/>
          <p:cNvSpPr/>
          <p:nvPr/>
        </p:nvSpPr>
        <p:spPr>
          <a:xfrm>
            <a:off x="10807560" y="245160"/>
            <a:ext cx="1082880" cy="25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ct val="100000"/>
              </a:lnSpc>
            </a:pPr>
            <a:r>
              <a:rPr b="0" lang="zh-CN" sz="980" spc="-1" strike="noStrike">
                <a:solidFill>
                  <a:srgbClr val="555555"/>
                </a:solidFill>
                <a:latin typeface="Microsoft YaHei"/>
                <a:ea typeface="Microsoft YaHei"/>
              </a:rPr>
              <a:t>总结展望</a:t>
            </a:r>
            <a:endParaRPr b="0" lang="en-US" sz="9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9" name="StarryXStyle-title-marker"/>
          <p:cNvSpPr/>
          <p:nvPr/>
        </p:nvSpPr>
        <p:spPr>
          <a:xfrm>
            <a:off x="529920" y="1239840"/>
            <a:ext cx="1681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ct val="100000"/>
              </a:lnSpc>
            </a:pPr>
            <a:r>
              <a:rPr b="1" lang="en-US" sz="1350" spc="-1" strike="noStrike">
                <a:solidFill>
                  <a:srgbClr val="111111"/>
                </a:solidFill>
                <a:latin typeface="Microsoft YaHei"/>
                <a:ea typeface="Microsoft YaHei"/>
              </a:rPr>
              <a:t>&gt;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StarryXTransition-bg"/>
          <p:cNvSpPr/>
          <p:nvPr/>
        </p:nvSpPr>
        <p:spPr>
          <a:xfrm>
            <a:off x="0" y="0"/>
            <a:ext cx="12190320" cy="6856200"/>
          </a:xfrm>
          <a:prstGeom prst="rect">
            <a:avLst/>
          </a:prstGeom>
          <a:solidFill>
            <a:srgbClr val="f2f2f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1" name="StarryXTransition-blue-band"/>
          <p:cNvSpPr/>
          <p:nvPr/>
        </p:nvSpPr>
        <p:spPr>
          <a:xfrm>
            <a:off x="0" y="0"/>
            <a:ext cx="12190320" cy="3735720"/>
          </a:xfrm>
          <a:prstGeom prst="rect">
            <a:avLst/>
          </a:prstGeom>
          <a:solidFill>
            <a:srgbClr val="0078b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72" name="StarryXTransition-blue-shadow"/>
          <p:cNvSpPr/>
          <p:nvPr/>
        </p:nvSpPr>
        <p:spPr>
          <a:xfrm>
            <a:off x="0" y="3669120"/>
            <a:ext cx="12190320" cy="26280"/>
          </a:xfrm>
          <a:prstGeom prst="rect">
            <a:avLst/>
          </a:prstGeom>
          <a:solidFill>
            <a:srgbClr val="00649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16920" bIns="-16920" anchor="t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373" name="StarryXTransition-cscc-logo" descr=""/>
          <p:cNvPicPr/>
          <p:nvPr/>
        </p:nvPicPr>
        <p:blipFill>
          <a:blip r:embed="rId1"/>
          <a:stretch/>
        </p:blipFill>
        <p:spPr>
          <a:xfrm>
            <a:off x="97560" y="219600"/>
            <a:ext cx="2948760" cy="608400"/>
          </a:xfrm>
          <a:prstGeom prst="rect">
            <a:avLst/>
          </a:prstGeom>
          <a:ln w="0">
            <a:noFill/>
          </a:ln>
        </p:spPr>
      </p:pic>
      <p:pic>
        <p:nvPicPr>
          <p:cNvPr id="374" name="StarryXTransition-hzdu-logo" descr=""/>
          <p:cNvPicPr/>
          <p:nvPr/>
        </p:nvPicPr>
        <p:blipFill>
          <a:blip r:embed="rId2"/>
          <a:stretch/>
        </p:blipFill>
        <p:spPr>
          <a:xfrm>
            <a:off x="8558640" y="102960"/>
            <a:ext cx="3546000" cy="828000"/>
          </a:xfrm>
          <a:prstGeom prst="rect">
            <a:avLst/>
          </a:prstGeom>
          <a:ln w="0">
            <a:noFill/>
          </a:ln>
        </p:spPr>
      </p:pic>
      <p:sp>
        <p:nvSpPr>
          <p:cNvPr id="375" name="StarryXTransition-part-hex"/>
          <p:cNvSpPr/>
          <p:nvPr/>
        </p:nvSpPr>
        <p:spPr>
          <a:xfrm>
            <a:off x="5157360" y="2983320"/>
            <a:ext cx="1875600" cy="1541880"/>
          </a:xfrm>
          <a:prstGeom prst="hexagon">
            <a:avLst>
              <a:gd name="adj" fmla="val 25000"/>
              <a:gd name="vf" fmla="val 115470"/>
            </a:avLst>
          </a:prstGeom>
          <a:solidFill>
            <a:srgbClr val="9ec7f1"/>
          </a:solidFill>
          <a:ln w="2200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6" name="StarryXTransition-part-text"/>
          <p:cNvSpPr/>
          <p:nvPr/>
        </p:nvSpPr>
        <p:spPr>
          <a:xfrm>
            <a:off x="5157360" y="3633120"/>
            <a:ext cx="1875600" cy="378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ct val="100000"/>
              </a:lnSpc>
            </a:pPr>
            <a:r>
              <a:rPr b="1" lang="en-US" sz="1700" spc="-1" strike="noStrike">
                <a:solidFill>
                  <a:srgbClr val="0078bd"/>
                </a:solidFill>
                <a:latin typeface="Microsoft YaHei"/>
                <a:ea typeface="Microsoft YaHei"/>
              </a:rPr>
              <a:t>Part.07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7" name="StarryXTransition-title"/>
          <p:cNvSpPr/>
          <p:nvPr/>
        </p:nvSpPr>
        <p:spPr>
          <a:xfrm>
            <a:off x="1219320" y="4526280"/>
            <a:ext cx="9751680" cy="102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4200" spc="-1" strike="noStrike">
                <a:solidFill>
                  <a:srgbClr val="0078bd"/>
                </a:solidFill>
                <a:latin typeface="Microsoft YaHei"/>
                <a:ea typeface="Microsoft YaHei"/>
              </a:rPr>
              <a:t>总结展望</a:t>
            </a:r>
            <a:endParaRPr b="0" lang="en-US" sz="4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rect 52"/>
          <p:cNvSpPr/>
          <p:nvPr/>
        </p:nvSpPr>
        <p:spPr>
          <a:xfrm>
            <a:off x="1800" y="0"/>
            <a:ext cx="12188520" cy="6856200"/>
          </a:xfrm>
          <a:prstGeom prst="rect">
            <a:avLst/>
          </a:prstGeom>
          <a:solidFill>
            <a:srgbClr val="f2f2f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 defTabSz="914400">
              <a:lnSpc>
                <a:spcPct val="100000"/>
              </a:lnSpc>
            </a:pPr>
            <a:endParaRPr b="0" lang="en-US" sz="12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379" name="Title"/>
          <p:cNvSpPr/>
          <p:nvPr/>
        </p:nvSpPr>
        <p:spPr>
          <a:xfrm>
            <a:off x="650160" y="1187280"/>
            <a:ext cx="10197360" cy="432720"/>
          </a:xfrm>
          <a:prstGeom prst="rect">
            <a:avLst/>
          </a:prstGeom>
          <a:noFill/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1" lang="zh-CN" sz="2250" spc="-1" strike="noStrike">
                <a:solidFill>
                  <a:srgbClr val="0078bd"/>
                </a:solidFill>
                <a:latin typeface="Microsoft YaHei"/>
                <a:ea typeface="Microsoft YaHei"/>
              </a:rPr>
              <a:t>总结与展望</a:t>
            </a:r>
            <a:endParaRPr b="0" lang="en-US" sz="2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0" name="Body"/>
          <p:cNvSpPr/>
          <p:nvPr/>
        </p:nvSpPr>
        <p:spPr>
          <a:xfrm>
            <a:off x="1234440" y="2124360"/>
            <a:ext cx="9774360" cy="3275640"/>
          </a:xfrm>
          <a:prstGeom prst="roundRect">
            <a:avLst>
              <a:gd name="adj" fmla="val 16667"/>
            </a:avLst>
          </a:prstGeom>
          <a:noFill/>
          <a:ln w="12700">
            <a:solidFill>
              <a:srgbClr val="4472c4"/>
            </a:solidFill>
            <a:prstDash val="dash"/>
            <a:miter/>
          </a:ln>
        </p:spPr>
        <p:style>
          <a:lnRef idx="0">
            <a:schemeClr val="accent1"/>
          </a:lnRef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1" lang="zh-CN" sz="1879" spc="-1" strike="noStrike">
                <a:solidFill>
                  <a:schemeClr val="dk1"/>
                </a:solidFill>
                <a:latin typeface="Microsoft YaHei"/>
                <a:ea typeface="Microsoft YaHei"/>
              </a:rPr>
              <a:t>当前成果</a:t>
            </a:r>
            <a:endParaRPr b="0" lang="en-US" sz="1879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zh-CN" sz="1879" spc="-1" strike="noStrike">
                <a:solidFill>
                  <a:schemeClr val="dk1"/>
                </a:solidFill>
                <a:latin typeface="Microsoft YaHei"/>
                <a:ea typeface="Microsoft YaHei"/>
              </a:rPr>
              <a:t>保留 </a:t>
            </a:r>
            <a:r>
              <a:rPr b="0" lang="en-US" sz="1879" spc="-1" strike="noStrike">
                <a:solidFill>
                  <a:schemeClr val="dk1"/>
                </a:solidFill>
                <a:latin typeface="Microsoft YaHei"/>
                <a:ea typeface="Microsoft YaHei"/>
              </a:rPr>
              <a:t>ArceOS </a:t>
            </a:r>
            <a:r>
              <a:rPr b="0" lang="zh-CN" sz="1879" spc="-1" strike="noStrike">
                <a:solidFill>
                  <a:schemeClr val="dk1"/>
                </a:solidFill>
                <a:latin typeface="Microsoft YaHei"/>
                <a:ea typeface="Microsoft YaHei"/>
              </a:rPr>
              <a:t>组件化 </a:t>
            </a:r>
            <a:r>
              <a:rPr b="0" lang="en-US" sz="1879" spc="-1" strike="noStrike">
                <a:solidFill>
                  <a:schemeClr val="dk1"/>
                </a:solidFill>
                <a:latin typeface="Microsoft YaHei"/>
                <a:ea typeface="Microsoft YaHei"/>
              </a:rPr>
              <a:t>crate </a:t>
            </a:r>
            <a:r>
              <a:rPr b="0" lang="zh-CN" sz="1879" spc="-1" strike="noStrike">
                <a:solidFill>
                  <a:schemeClr val="dk1"/>
                </a:solidFill>
                <a:latin typeface="Microsoft YaHei"/>
                <a:ea typeface="Microsoft YaHei"/>
              </a:rPr>
              <a:t>架构、</a:t>
            </a:r>
            <a:r>
              <a:rPr b="0" lang="en-US" sz="1879" spc="-1" strike="noStrike">
                <a:solidFill>
                  <a:schemeClr val="dk1"/>
                </a:solidFill>
                <a:latin typeface="Microsoft YaHei"/>
                <a:ea typeface="Microsoft YaHei"/>
              </a:rPr>
              <a:t>feature </a:t>
            </a:r>
            <a:r>
              <a:rPr b="0" lang="zh-CN" sz="1879" spc="-1" strike="noStrike">
                <a:solidFill>
                  <a:schemeClr val="dk1"/>
                </a:solidFill>
                <a:latin typeface="Microsoft YaHei"/>
                <a:ea typeface="Microsoft YaHei"/>
              </a:rPr>
              <a:t>裁剪和跨架构平台抽象</a:t>
            </a:r>
            <a:endParaRPr b="0" lang="en-US" sz="1879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en-US" sz="1879" spc="-1" strike="noStrike">
                <a:solidFill>
                  <a:schemeClr val="dk1"/>
                </a:solidFill>
                <a:latin typeface="Microsoft YaHei"/>
                <a:ea typeface="Microsoft YaHei"/>
              </a:rPr>
              <a:t>Linux/POSIX </a:t>
            </a:r>
            <a:r>
              <a:rPr b="0" lang="zh-CN" sz="1879" spc="-1" strike="noStrike">
                <a:solidFill>
                  <a:schemeClr val="dk1"/>
                </a:solidFill>
                <a:latin typeface="Microsoft YaHei"/>
                <a:ea typeface="Microsoft YaHei"/>
              </a:rPr>
              <a:t>兼容边界覆盖 </a:t>
            </a:r>
            <a:r>
              <a:rPr b="0" lang="en-US" sz="1879" spc="-1" strike="noStrike">
                <a:solidFill>
                  <a:schemeClr val="dk1"/>
                </a:solidFill>
                <a:latin typeface="Microsoft YaHei"/>
                <a:ea typeface="Microsoft YaHei"/>
              </a:rPr>
              <a:t>syscall </a:t>
            </a:r>
            <a:r>
              <a:rPr b="0" lang="zh-CN" sz="1879" spc="-1" strike="noStrike">
                <a:solidFill>
                  <a:schemeClr val="dk1"/>
                </a:solidFill>
                <a:latin typeface="Microsoft YaHei"/>
                <a:ea typeface="Microsoft YaHei"/>
              </a:rPr>
              <a:t>分发、用户指针、进程、</a:t>
            </a:r>
            <a:r>
              <a:rPr b="0" lang="en-US" sz="1879" spc="-1" strike="noStrike">
                <a:solidFill>
                  <a:schemeClr val="dk1"/>
                </a:solidFill>
                <a:latin typeface="Microsoft YaHei"/>
                <a:ea typeface="Microsoft YaHei"/>
              </a:rPr>
              <a:t>FD</a:t>
            </a:r>
            <a:r>
              <a:rPr b="0" lang="zh-CN" sz="1879" spc="-1" strike="noStrike">
                <a:solidFill>
                  <a:schemeClr val="dk1"/>
                </a:solidFill>
                <a:latin typeface="Microsoft YaHei"/>
                <a:ea typeface="Microsoft YaHei"/>
              </a:rPr>
              <a:t>、信号、</a:t>
            </a:r>
            <a:r>
              <a:rPr b="0" lang="en-US" sz="1879" spc="-1" strike="noStrike">
                <a:solidFill>
                  <a:schemeClr val="dk1"/>
                </a:solidFill>
                <a:latin typeface="Microsoft YaHei"/>
                <a:ea typeface="Microsoft YaHei"/>
              </a:rPr>
              <a:t>IPC</a:t>
            </a:r>
            <a:r>
              <a:rPr b="0" lang="zh-CN" sz="1879" spc="-1" strike="noStrike">
                <a:solidFill>
                  <a:schemeClr val="dk1"/>
                </a:solidFill>
                <a:latin typeface="Microsoft YaHei"/>
                <a:ea typeface="Microsoft YaHei"/>
              </a:rPr>
              <a:t>、</a:t>
            </a:r>
            <a:r>
              <a:rPr b="0" lang="en-US" sz="1879" spc="-1" strike="noStrike">
                <a:solidFill>
                  <a:schemeClr val="dk1"/>
                </a:solidFill>
                <a:latin typeface="Microsoft YaHei"/>
                <a:ea typeface="Microsoft YaHei"/>
              </a:rPr>
              <a:t>mmap</a:t>
            </a:r>
            <a:r>
              <a:rPr b="0" lang="zh-CN" sz="1879" spc="-1" strike="noStrike">
                <a:solidFill>
                  <a:schemeClr val="dk1"/>
                </a:solidFill>
                <a:latin typeface="Microsoft YaHei"/>
                <a:ea typeface="Microsoft YaHei"/>
              </a:rPr>
              <a:t>、</a:t>
            </a:r>
            <a:r>
              <a:rPr b="0" lang="en-US" sz="1879" spc="-1" strike="noStrike">
                <a:solidFill>
                  <a:schemeClr val="dk1"/>
                </a:solidFill>
                <a:latin typeface="Microsoft YaHei"/>
                <a:ea typeface="Microsoft YaHei"/>
              </a:rPr>
              <a:t>futex </a:t>
            </a:r>
            <a:r>
              <a:rPr b="0" lang="zh-CN" sz="1879" spc="-1" strike="noStrike">
                <a:solidFill>
                  <a:schemeClr val="dk1"/>
                </a:solidFill>
                <a:latin typeface="Microsoft YaHei"/>
                <a:ea typeface="Microsoft YaHei"/>
              </a:rPr>
              <a:t>和 </a:t>
            </a:r>
            <a:r>
              <a:rPr b="0" lang="en-US" sz="1879" spc="-1" strike="noStrike">
                <a:solidFill>
                  <a:schemeClr val="dk1"/>
                </a:solidFill>
                <a:latin typeface="Microsoft YaHei"/>
                <a:ea typeface="Microsoft YaHei"/>
              </a:rPr>
              <a:t>socket </a:t>
            </a:r>
            <a:r>
              <a:rPr b="0" lang="zh-CN" sz="1879" spc="-1" strike="noStrike">
                <a:solidFill>
                  <a:schemeClr val="dk1"/>
                </a:solidFill>
                <a:latin typeface="Microsoft YaHei"/>
                <a:ea typeface="Microsoft YaHei"/>
              </a:rPr>
              <a:t>等关键路径</a:t>
            </a:r>
            <a:endParaRPr b="0" lang="en-US" sz="1879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zh-CN" sz="1879" spc="-1" strike="noStrike">
                <a:solidFill>
                  <a:schemeClr val="dk1"/>
                </a:solidFill>
                <a:latin typeface="Microsoft YaHei"/>
                <a:ea typeface="Microsoft YaHei"/>
              </a:rPr>
              <a:t>形成从 </a:t>
            </a:r>
            <a:r>
              <a:rPr b="0" lang="en-US" sz="1879" spc="-1" strike="noStrike">
                <a:solidFill>
                  <a:schemeClr val="dk1"/>
                </a:solidFill>
                <a:latin typeface="Microsoft YaHei"/>
                <a:ea typeface="Microsoft YaHei"/>
              </a:rPr>
              <a:t>ELF </a:t>
            </a:r>
            <a:r>
              <a:rPr b="0" lang="zh-CN" sz="1879" spc="-1" strike="noStrike">
                <a:solidFill>
                  <a:schemeClr val="dk1"/>
                </a:solidFill>
                <a:latin typeface="Microsoft YaHei"/>
                <a:ea typeface="Microsoft YaHei"/>
              </a:rPr>
              <a:t>加载、</a:t>
            </a:r>
            <a:r>
              <a:rPr b="0" lang="en-US" sz="1879" spc="-1" strike="noStrike">
                <a:solidFill>
                  <a:schemeClr val="dk1"/>
                </a:solidFill>
                <a:latin typeface="Microsoft YaHei"/>
                <a:ea typeface="Microsoft YaHei"/>
              </a:rPr>
              <a:t>trap </a:t>
            </a:r>
            <a:r>
              <a:rPr b="0" lang="zh-CN" sz="1879" spc="-1" strike="noStrike">
                <a:solidFill>
                  <a:schemeClr val="dk1"/>
                </a:solidFill>
                <a:latin typeface="Microsoft YaHei"/>
                <a:ea typeface="Microsoft YaHei"/>
              </a:rPr>
              <a:t>分发、地址空间、</a:t>
            </a:r>
            <a:r>
              <a:rPr b="0" lang="en-US" sz="1879" spc="-1" strike="noStrike">
                <a:solidFill>
                  <a:schemeClr val="dk1"/>
                </a:solidFill>
                <a:latin typeface="Microsoft YaHei"/>
                <a:ea typeface="Microsoft YaHei"/>
              </a:rPr>
              <a:t>FD </a:t>
            </a:r>
            <a:r>
              <a:rPr b="0" lang="zh-CN" sz="1879" spc="-1" strike="noStrike">
                <a:solidFill>
                  <a:schemeClr val="dk1"/>
                </a:solidFill>
                <a:latin typeface="Microsoft YaHei"/>
                <a:ea typeface="Microsoft YaHei"/>
              </a:rPr>
              <a:t>表到内核服务调用的 </a:t>
            </a:r>
            <a:r>
              <a:rPr b="0" lang="en-US" sz="1879" spc="-1" strike="noStrike">
                <a:solidFill>
                  <a:schemeClr val="dk1"/>
                </a:solidFill>
                <a:latin typeface="Microsoft YaHei"/>
                <a:ea typeface="Microsoft YaHei"/>
              </a:rPr>
              <a:t>Linux </a:t>
            </a:r>
            <a:r>
              <a:rPr b="0" lang="zh-CN" sz="1879" spc="-1" strike="noStrike">
                <a:solidFill>
                  <a:schemeClr val="dk1"/>
                </a:solidFill>
                <a:latin typeface="Microsoft YaHei"/>
                <a:ea typeface="Microsoft YaHei"/>
              </a:rPr>
              <a:t>程序运行闭环</a:t>
            </a:r>
            <a:endParaRPr b="0" lang="en-US" sz="1879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1" lang="zh-CN" sz="1879" spc="-1" strike="noStrike">
                <a:solidFill>
                  <a:schemeClr val="dk1"/>
                </a:solidFill>
                <a:latin typeface="Microsoft YaHei"/>
                <a:ea typeface="Microsoft YaHei"/>
              </a:rPr>
              <a:t>后续方向</a:t>
            </a:r>
            <a:endParaRPr b="0" lang="en-US" sz="1879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zh-CN" sz="1879" spc="-1" strike="noStrike">
                <a:solidFill>
                  <a:schemeClr val="dk1"/>
                </a:solidFill>
                <a:latin typeface="Microsoft YaHei"/>
                <a:ea typeface="Microsoft YaHei"/>
              </a:rPr>
              <a:t>继续完善 </a:t>
            </a:r>
            <a:r>
              <a:rPr b="0" lang="en-US" sz="1879" spc="-1" strike="noStrike">
                <a:solidFill>
                  <a:schemeClr val="dk1"/>
                </a:solidFill>
                <a:latin typeface="Microsoft YaHei"/>
                <a:ea typeface="Microsoft YaHei"/>
              </a:rPr>
              <a:t>syscall errno </a:t>
            </a:r>
            <a:r>
              <a:rPr b="0" lang="zh-CN" sz="1879" spc="-1" strike="noStrike">
                <a:solidFill>
                  <a:schemeClr val="dk1"/>
                </a:solidFill>
                <a:latin typeface="Microsoft YaHei"/>
                <a:ea typeface="Microsoft YaHei"/>
              </a:rPr>
              <a:t>细节、用户指针 </a:t>
            </a:r>
            <a:r>
              <a:rPr b="0" lang="en-US" sz="1879" spc="-1" strike="noStrike">
                <a:solidFill>
                  <a:schemeClr val="dk1"/>
                </a:solidFill>
                <a:latin typeface="Microsoft YaHei"/>
                <a:ea typeface="Microsoft YaHei"/>
              </a:rPr>
              <a:t>copy-in/copy-out</a:t>
            </a:r>
            <a:r>
              <a:rPr b="0" lang="zh-CN" sz="1879" spc="-1" strike="noStrike">
                <a:solidFill>
                  <a:schemeClr val="dk1"/>
                </a:solidFill>
                <a:latin typeface="Microsoft YaHei"/>
                <a:ea typeface="Microsoft YaHei"/>
              </a:rPr>
              <a:t>、</a:t>
            </a:r>
            <a:r>
              <a:rPr b="0" lang="en-US" sz="1879" spc="-1" strike="noStrike">
                <a:solidFill>
                  <a:schemeClr val="dk1"/>
                </a:solidFill>
                <a:latin typeface="Microsoft YaHei"/>
                <a:ea typeface="Microsoft YaHei"/>
              </a:rPr>
              <a:t>FD </a:t>
            </a:r>
            <a:r>
              <a:rPr b="0" lang="zh-CN" sz="1879" spc="-1" strike="noStrike">
                <a:solidFill>
                  <a:schemeClr val="dk1"/>
                </a:solidFill>
                <a:latin typeface="Microsoft YaHei"/>
                <a:ea typeface="Microsoft YaHei"/>
              </a:rPr>
              <a:t>生命周期、信号交付、</a:t>
            </a:r>
            <a:r>
              <a:rPr b="0" lang="en-US" sz="1879" spc="-1" strike="noStrike">
                <a:solidFill>
                  <a:schemeClr val="dk1"/>
                </a:solidFill>
                <a:latin typeface="Microsoft YaHei"/>
                <a:ea typeface="Microsoft YaHei"/>
              </a:rPr>
              <a:t>mmap/COW</a:t>
            </a:r>
            <a:r>
              <a:rPr b="0" lang="zh-CN" sz="1879" spc="-1" strike="noStrike">
                <a:solidFill>
                  <a:schemeClr val="dk1"/>
                </a:solidFill>
                <a:latin typeface="Microsoft YaHei"/>
                <a:ea typeface="Microsoft YaHei"/>
              </a:rPr>
              <a:t>、</a:t>
            </a:r>
            <a:r>
              <a:rPr b="0" lang="en-US" sz="1879" spc="-1" strike="noStrike">
                <a:solidFill>
                  <a:schemeClr val="dk1"/>
                </a:solidFill>
                <a:latin typeface="Microsoft YaHei"/>
                <a:ea typeface="Microsoft YaHei"/>
              </a:rPr>
              <a:t>futex </a:t>
            </a:r>
            <a:r>
              <a:rPr b="0" lang="zh-CN" sz="1879" spc="-1" strike="noStrike">
                <a:solidFill>
                  <a:schemeClr val="dk1"/>
                </a:solidFill>
                <a:latin typeface="Microsoft YaHei"/>
                <a:ea typeface="Microsoft YaHei"/>
              </a:rPr>
              <a:t>和网络阻塞行为</a:t>
            </a:r>
            <a:endParaRPr b="0" lang="en-US" sz="1879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zh-CN" sz="1879" spc="-1" strike="noStrike">
                <a:solidFill>
                  <a:schemeClr val="dk1"/>
                </a:solidFill>
                <a:latin typeface="Microsoft YaHei"/>
                <a:ea typeface="Microsoft YaHei"/>
              </a:rPr>
              <a:t>扩展文件系统写入能力、日志恢复和硬件驱动验证</a:t>
            </a:r>
            <a:endParaRPr b="0" lang="en-US" sz="1879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381" name="StarryXStyle-header-logo" descr=""/>
          <p:cNvPicPr/>
          <p:nvPr/>
        </p:nvPicPr>
        <p:blipFill>
          <a:blip r:embed="rId1"/>
          <a:stretch/>
        </p:blipFill>
        <p:spPr>
          <a:xfrm>
            <a:off x="150120" y="119880"/>
            <a:ext cx="2548080" cy="608040"/>
          </a:xfrm>
          <a:prstGeom prst="rect">
            <a:avLst/>
          </a:prstGeom>
          <a:ln w="0">
            <a:noFill/>
          </a:ln>
        </p:spPr>
      </p:pic>
      <p:sp>
        <p:nvSpPr>
          <p:cNvPr id="382" name="StarryXStyle-nav-active"/>
          <p:cNvSpPr/>
          <p:nvPr/>
        </p:nvSpPr>
        <p:spPr>
          <a:xfrm>
            <a:off x="10807560" y="0"/>
            <a:ext cx="1082880" cy="708120"/>
          </a:xfrm>
          <a:prstGeom prst="rect">
            <a:avLst/>
          </a:prstGeom>
          <a:solidFill>
            <a:srgbClr val="0078b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83" name="StarryXStyle-nav-1"/>
          <p:cNvSpPr/>
          <p:nvPr/>
        </p:nvSpPr>
        <p:spPr>
          <a:xfrm>
            <a:off x="4299840" y="245160"/>
            <a:ext cx="1082880" cy="25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ct val="100000"/>
              </a:lnSpc>
            </a:pPr>
            <a:r>
              <a:rPr b="0" lang="zh-CN" sz="980" spc="-1" strike="noStrike">
                <a:solidFill>
                  <a:srgbClr val="555555"/>
                </a:solidFill>
                <a:latin typeface="Microsoft YaHei"/>
                <a:ea typeface="Microsoft YaHei"/>
              </a:rPr>
              <a:t>项目概况</a:t>
            </a:r>
            <a:endParaRPr b="0" lang="en-US" sz="9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4" name="StarryXStyle-nav-2"/>
          <p:cNvSpPr/>
          <p:nvPr/>
        </p:nvSpPr>
        <p:spPr>
          <a:xfrm>
            <a:off x="5384520" y="245160"/>
            <a:ext cx="1082880" cy="25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ct val="100000"/>
              </a:lnSpc>
            </a:pPr>
            <a:r>
              <a:rPr b="0" lang="zh-CN" sz="980" spc="-1" strike="noStrike">
                <a:solidFill>
                  <a:srgbClr val="555555"/>
                </a:solidFill>
                <a:latin typeface="Microsoft YaHei"/>
                <a:ea typeface="Microsoft YaHei"/>
              </a:rPr>
              <a:t>成果展示</a:t>
            </a:r>
            <a:endParaRPr b="0" lang="en-US" sz="9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5" name="StarryXStyle-nav-3"/>
          <p:cNvSpPr/>
          <p:nvPr/>
        </p:nvSpPr>
        <p:spPr>
          <a:xfrm>
            <a:off x="6469200" y="245160"/>
            <a:ext cx="1082880" cy="25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ct val="100000"/>
              </a:lnSpc>
            </a:pPr>
            <a:r>
              <a:rPr b="0" lang="zh-CN" sz="980" spc="-1" strike="noStrike">
                <a:solidFill>
                  <a:srgbClr val="555555"/>
                </a:solidFill>
                <a:latin typeface="Microsoft YaHei"/>
                <a:ea typeface="Microsoft YaHei"/>
              </a:rPr>
              <a:t>架构兼容</a:t>
            </a:r>
            <a:endParaRPr b="0" lang="en-US" sz="9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6" name="StarryXStyle-nav-4"/>
          <p:cNvSpPr/>
          <p:nvPr/>
        </p:nvSpPr>
        <p:spPr>
          <a:xfrm>
            <a:off x="7553880" y="245160"/>
            <a:ext cx="1082880" cy="25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ct val="100000"/>
              </a:lnSpc>
            </a:pPr>
            <a:r>
              <a:rPr b="0" lang="zh-CN" sz="980" spc="-1" strike="noStrike">
                <a:solidFill>
                  <a:srgbClr val="555555"/>
                </a:solidFill>
                <a:latin typeface="Microsoft YaHei"/>
                <a:ea typeface="Microsoft YaHei"/>
              </a:rPr>
              <a:t>内存进程</a:t>
            </a:r>
            <a:endParaRPr b="0" lang="en-US" sz="9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7" name="StarryXStyle-nav-5"/>
          <p:cNvSpPr/>
          <p:nvPr/>
        </p:nvSpPr>
        <p:spPr>
          <a:xfrm>
            <a:off x="8638200" y="245160"/>
            <a:ext cx="1082880" cy="25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ct val="100000"/>
              </a:lnSpc>
            </a:pPr>
            <a:r>
              <a:rPr b="0" lang="zh-CN" sz="980" spc="-1" strike="noStrike">
                <a:solidFill>
                  <a:srgbClr val="555555"/>
                </a:solidFill>
                <a:latin typeface="Microsoft YaHei"/>
                <a:ea typeface="Microsoft YaHei"/>
              </a:rPr>
              <a:t>文件</a:t>
            </a:r>
            <a:r>
              <a:rPr b="0" lang="en-US" sz="980" spc="-1" strike="noStrike">
                <a:solidFill>
                  <a:srgbClr val="555555"/>
                </a:solidFill>
                <a:latin typeface="Microsoft YaHei"/>
                <a:ea typeface="Microsoft YaHei"/>
              </a:rPr>
              <a:t>IPC</a:t>
            </a:r>
            <a:endParaRPr b="0" lang="en-US" sz="9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8" name="StarryXStyle-nav-6"/>
          <p:cNvSpPr/>
          <p:nvPr/>
        </p:nvSpPr>
        <p:spPr>
          <a:xfrm>
            <a:off x="9722880" y="245160"/>
            <a:ext cx="1082880" cy="25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ct val="100000"/>
              </a:lnSpc>
            </a:pPr>
            <a:r>
              <a:rPr b="0" lang="zh-CN" sz="980" spc="-1" strike="noStrike">
                <a:solidFill>
                  <a:srgbClr val="555555"/>
                </a:solidFill>
                <a:latin typeface="Microsoft YaHei"/>
                <a:ea typeface="Microsoft YaHei"/>
              </a:rPr>
              <a:t>网络多架构</a:t>
            </a:r>
            <a:endParaRPr b="0" lang="en-US" sz="9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9" name="StarryXStyle-nav-7"/>
          <p:cNvSpPr/>
          <p:nvPr/>
        </p:nvSpPr>
        <p:spPr>
          <a:xfrm>
            <a:off x="10807560" y="190080"/>
            <a:ext cx="1082880" cy="25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980" spc="-1" strike="noStrike">
                <a:solidFill>
                  <a:srgbClr val="ffffff"/>
                </a:solidFill>
                <a:latin typeface="Microsoft YaHei"/>
                <a:ea typeface="Microsoft YaHei"/>
              </a:rPr>
              <a:t>总结展望</a:t>
            </a:r>
            <a:endParaRPr b="0" lang="en-US" sz="9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0" name="StarryXStyle-title-marker"/>
          <p:cNvSpPr/>
          <p:nvPr/>
        </p:nvSpPr>
        <p:spPr>
          <a:xfrm>
            <a:off x="529920" y="1239840"/>
            <a:ext cx="1681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ct val="100000"/>
              </a:lnSpc>
            </a:pPr>
            <a:r>
              <a:rPr b="1" lang="en-US" sz="1350" spc="-1" strike="noStrike">
                <a:solidFill>
                  <a:srgbClr val="111111"/>
                </a:solidFill>
                <a:latin typeface="Microsoft YaHei"/>
                <a:ea typeface="Microsoft YaHei"/>
              </a:rPr>
              <a:t>&gt;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"/>
        <a:ea typeface=""/>
        <a:cs typeface=""/>
      </a:majorFont>
      <a:minorFont>
        <a:latin typeface="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05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9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shade val="94000"/>
              </a:schemeClr>
            </a:gs>
            <a:gs pos="50000">
              <a:schemeClr val="phClr">
                <a:lumMod val="110000"/>
                <a:tint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主题​​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itchFamily="0" charset="1"/>
        <a:ea typeface=""/>
        <a:cs typeface=""/>
      </a:majorFont>
      <a:minorFont>
        <a:latin typeface="等线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  <a:ln w="2540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主题​​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itchFamily="0" charset="1"/>
        <a:ea typeface=""/>
        <a:cs typeface=""/>
      </a:majorFont>
      <a:minorFont>
        <a:latin typeface="等线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  <a:ln w="2540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Office 主题​​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itchFamily="0" charset="1"/>
        <a:ea typeface=""/>
        <a:cs typeface=""/>
      </a:majorFont>
      <a:minorFont>
        <a:latin typeface="等线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  <a:ln w="2540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Office 主题​​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itchFamily="0" charset="1"/>
        <a:ea typeface=""/>
        <a:cs typeface=""/>
      </a:majorFont>
      <a:minorFont>
        <a:latin typeface="等线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  <a:ln w="2540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Office 主题​​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itchFamily="0" charset="1"/>
        <a:ea typeface=""/>
        <a:cs typeface=""/>
      </a:majorFont>
      <a:minorFont>
        <a:latin typeface="等线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  <a:ln w="2540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7.xml><?xml version="1.0" encoding="utf-8"?>
<a:theme xmlns:a="http://schemas.openxmlformats.org/drawingml/2006/main" xmlns:r="http://schemas.openxmlformats.org/officeDocument/2006/relationships" name="Office 主题​​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itchFamily="0" charset="1"/>
        <a:ea typeface=""/>
        <a:cs typeface=""/>
      </a:majorFont>
      <a:minorFont>
        <a:latin typeface="等线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  <a:ln w="2540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8.xml><?xml version="1.0" encoding="utf-8"?>
<a:theme xmlns:a="http://schemas.openxmlformats.org/drawingml/2006/main" xmlns:r="http://schemas.openxmlformats.org/officeDocument/2006/relationships" name="Office 主题​​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itchFamily="0" charset="1"/>
        <a:ea typeface=""/>
        <a:cs typeface=""/>
      </a:majorFont>
      <a:minorFont>
        <a:latin typeface="等线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  <a:ln w="2540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9.xml><?xml version="1.0" encoding="utf-8"?>
<a:theme xmlns:a="http://schemas.openxmlformats.org/drawingml/2006/main" xmlns:r="http://schemas.openxmlformats.org/officeDocument/2006/relationships" name="Office 主题​​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itchFamily="0" charset="1"/>
        <a:ea typeface=""/>
        <a:cs typeface=""/>
      </a:majorFont>
      <a:minorFont>
        <a:latin typeface="等线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  <a:ln w="2540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0.xml><?xml version="1.0" encoding="utf-8"?>
<a:theme xmlns:a="http://schemas.openxmlformats.org/drawingml/2006/main" xmlns:r="http://schemas.openxmlformats.org/officeDocument/2006/relationships" name="Office 主题​​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itchFamily="0" charset="1"/>
        <a:ea typeface=""/>
        <a:cs typeface=""/>
      </a:majorFont>
      <a:minorFont>
        <a:latin typeface="等线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  <a:ln w="2540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1.xml><?xml version="1.0" encoding="utf-8"?>
<a:theme xmlns:a="http://schemas.openxmlformats.org/drawingml/2006/main" xmlns:r="http://schemas.openxmlformats.org/officeDocument/2006/relationships" name="1_Office 主题​​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itchFamily="0" charset="1"/>
        <a:ea typeface=""/>
        <a:cs typeface=""/>
      </a:majorFont>
      <a:minorFont>
        <a:latin typeface="等线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  <a:ln w="2540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2.xml><?xml version="1.0" encoding="utf-8"?>
<a:theme xmlns:a="http://schemas.openxmlformats.org/drawingml/2006/main" xmlns:r="http://schemas.openxmlformats.org/officeDocument/2006/relationships" name="1_Office 主题​​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itchFamily="0" charset="1"/>
        <a:ea typeface=""/>
        <a:cs typeface=""/>
      </a:majorFont>
      <a:minorFont>
        <a:latin typeface="等线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  <a:ln w="2540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3.xml><?xml version="1.0" encoding="utf-8"?>
<a:theme xmlns:a="http://schemas.openxmlformats.org/drawingml/2006/main" xmlns:r="http://schemas.openxmlformats.org/officeDocument/2006/relationships" name="1_Office 主题​​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itchFamily="0" charset="1"/>
        <a:ea typeface=""/>
        <a:cs typeface=""/>
      </a:majorFont>
      <a:minorFont>
        <a:latin typeface="等线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  <a:ln w="2540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4.xml><?xml version="1.0" encoding="utf-8"?>
<a:theme xmlns:a="http://schemas.openxmlformats.org/drawingml/2006/main" xmlns:r="http://schemas.openxmlformats.org/officeDocument/2006/relationships" name="1_Office 主题​​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itchFamily="0" charset="1"/>
        <a:ea typeface=""/>
        <a:cs typeface=""/>
      </a:majorFont>
      <a:minorFont>
        <a:latin typeface="等线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  <a:ln w="2540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5.xml><?xml version="1.0" encoding="utf-8"?>
<a:theme xmlns:a="http://schemas.openxmlformats.org/drawingml/2006/main" xmlns:r="http://schemas.openxmlformats.org/officeDocument/2006/relationships" name="1_Office 主题​​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itchFamily="0" charset="1"/>
        <a:ea typeface=""/>
        <a:cs typeface=""/>
      </a:majorFont>
      <a:minorFont>
        <a:latin typeface="等线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  <a:ln w="2540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6.xml><?xml version="1.0" encoding="utf-8"?>
<a:theme xmlns:a="http://schemas.openxmlformats.org/drawingml/2006/main" xmlns:r="http://schemas.openxmlformats.org/officeDocument/2006/relationships" name="1_Office 主题​​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itchFamily="0" charset="1"/>
        <a:ea typeface=""/>
        <a:cs typeface=""/>
      </a:majorFont>
      <a:minorFont>
        <a:latin typeface="等线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  <a:ln w="2540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7.xml><?xml version="1.0" encoding="utf-8"?>
<a:theme xmlns:a="http://schemas.openxmlformats.org/drawingml/2006/main" xmlns:r="http://schemas.openxmlformats.org/officeDocument/2006/relationships" name="1_Office 主题​​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itchFamily="0" charset="1"/>
        <a:ea typeface=""/>
        <a:cs typeface=""/>
      </a:majorFont>
      <a:minorFont>
        <a:latin typeface="等线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  <a:ln w="2540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8.xml><?xml version="1.0" encoding="utf-8"?>
<a:theme xmlns:a="http://schemas.openxmlformats.org/drawingml/2006/main" xmlns:r="http://schemas.openxmlformats.org/officeDocument/2006/relationships" name="1_Office 主题​​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itchFamily="0" charset="1"/>
        <a:ea typeface=""/>
        <a:cs typeface=""/>
      </a:majorFont>
      <a:minorFont>
        <a:latin typeface="等线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  <a:ln w="2540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9.xml><?xml version="1.0" encoding="utf-8"?>
<a:theme xmlns:a="http://schemas.openxmlformats.org/drawingml/2006/main" xmlns:r="http://schemas.openxmlformats.org/officeDocument/2006/relationships" name="1_Office 主题​​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itchFamily="0" charset="1"/>
        <a:ea typeface=""/>
        <a:cs typeface=""/>
      </a:majorFont>
      <a:minorFont>
        <a:latin typeface="等线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  <a:ln w="2540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0.xml><?xml version="1.0" encoding="utf-8"?>
<a:theme xmlns:a="http://schemas.openxmlformats.org/drawingml/2006/main" xmlns:r="http://schemas.openxmlformats.org/officeDocument/2006/relationships" name="1_Office 主题​​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itchFamily="0" charset="1"/>
        <a:ea typeface=""/>
        <a:cs typeface=""/>
      </a:majorFont>
      <a:minorFont>
        <a:latin typeface="等线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  <a:ln w="2540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1.xml><?xml version="1.0" encoding="utf-8"?>
<a:theme xmlns:a="http://schemas.openxmlformats.org/drawingml/2006/main" xmlns:r="http://schemas.openxmlformats.org/officeDocument/2006/relationships" name="1_Office 主题​​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itchFamily="0" charset="1"/>
        <a:ea typeface=""/>
        <a:cs typeface=""/>
      </a:majorFont>
      <a:minorFont>
        <a:latin typeface="等线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  <a:ln w="2540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2.xml><?xml version="1.0" encoding="utf-8"?>
<a:theme xmlns:a="http://schemas.openxmlformats.org/drawingml/2006/main" xmlns:r="http://schemas.openxmlformats.org/officeDocument/2006/relationships" name="2_Office 主题​​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itchFamily="0" charset="1"/>
        <a:ea typeface=""/>
        <a:cs typeface=""/>
      </a:majorFont>
      <a:minorFont>
        <a:latin typeface="等线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  <a:ln w="2540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3.xml><?xml version="1.0" encoding="utf-8"?>
<a:theme xmlns:a="http://schemas.openxmlformats.org/drawingml/2006/main" xmlns:r="http://schemas.openxmlformats.org/officeDocument/2006/relationships" name="3_Office 主题​​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itchFamily="0" charset="1"/>
        <a:ea typeface=""/>
        <a:cs typeface=""/>
      </a:majorFont>
      <a:minorFont>
        <a:latin typeface="等线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  <a:ln w="2540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4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"/>
        <a:ea typeface=""/>
        <a:cs typeface=""/>
      </a:majorFont>
      <a:minorFont>
        <a:latin typeface="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05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9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shade val="94000"/>
              </a:schemeClr>
            </a:gs>
            <a:gs pos="50000">
              <a:schemeClr val="phClr">
                <a:lumMod val="110000"/>
                <a:tint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5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42</TotalTime>
  <Application>LibreOffice/24.2.7.2$Linux_X86_64 LibreOffice_project/420$Build-2</Application>
  <AppVersion>15.0000</AppVersion>
  <Words>3291</Words>
  <Paragraphs>167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2026-06-29T16:20:02Z</dcterms:created>
  <dc:creator>dragonhh</dc:creator>
  <dc:description/>
  <dc:language>zh-CN</dc:language>
  <cp:lastModifiedBy/>
  <dcterms:modified xsi:type="dcterms:W3CDTF">2026-06-30T03:48:40Z</dcterms:modified>
  <cp:revision>117</cp:revision>
  <dc:subject/>
  <dc:title>分享会报告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E4881EF94BA141BDB00A651D51236C20_12</vt:lpwstr>
  </property>
  <property fmtid="{D5CDD505-2E9C-101B-9397-08002B2CF9AE}" pid="3" name="KSOProductBuildVer">
    <vt:lpwstr>2052-12.1.2.26885</vt:lpwstr>
  </property>
  <property fmtid="{D5CDD505-2E9C-101B-9397-08002B2CF9AE}" pid="4" name="Notes">
    <vt:i4>3</vt:i4>
  </property>
  <property fmtid="{D5CDD505-2E9C-101B-9397-08002B2CF9AE}" pid="5" name="PresentationFormat">
    <vt:lpwstr>宽屏</vt:lpwstr>
  </property>
  <property fmtid="{D5CDD505-2E9C-101B-9397-08002B2CF9AE}" pid="6" name="Slides">
    <vt:i4>22</vt:i4>
  </property>
</Properties>
</file>